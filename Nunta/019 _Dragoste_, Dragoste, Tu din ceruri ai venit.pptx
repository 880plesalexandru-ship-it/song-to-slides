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_Dragoste_,* **Dragoste*, Tu din ceruri ai venit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e ziua sfântă dăruită de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Mirele suprem venit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zi de bucurie, căci acum doi stropi de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sfială păşesc înspre altar.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Dragoste</a:t>
            </a:r>
            <a:r>
              <a:rPr b="0" i="0"/>
              <a:t>,</a:t>
            </a:r>
            <a:r>
              <a:rPr b="1" i="0"/>
              <a:t> </a:t>
            </a:r>
            <a:r>
              <a:rPr b="1" i="0"/>
              <a:t>Dragoste</a:t>
            </a:r>
            <a:r>
              <a:rPr b="0" i="0"/>
              <a:t>, Tu din ceruri ai venit,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Tu din ceruri ai venit,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pe-aceşti doi Tu i-ai unit.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fii mereu în viaţa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Licărire de lumină printre nori.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Binecuvântează-i, Te rugăm, Părinte bun,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Binecuvântează-i, Te rugăm, Părinte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ocrotitor pe al lor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Pace, fericire dă-le Tu mereu în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Acestor tineri ce stau azi la altar.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Dragoste</a:t>
            </a:r>
            <a:r>
              <a:rPr b="0" i="0"/>
              <a:t>,</a:t>
            </a:r>
            <a:r>
              <a:rPr b="1" i="0"/>
              <a:t> </a:t>
            </a:r>
            <a:r>
              <a:rPr b="1" i="0"/>
              <a:t>Dragoste</a:t>
            </a:r>
            <a:r>
              <a:rPr b="0" i="0"/>
              <a:t>, Tu din ceruri ai venit,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Tu din ceruri ai venit,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pe-aceşti doi Tu i-ai unit.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fii mereu în viaţa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Licărire de lumină printre nori.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necazuri grele în al lor cămin de-or fi,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necazuri grele în al lor cămin de-or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fă-i, Te rog, biruitori,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Dă-le-n dar nădejdea, Tu eşti singur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iubirea, al lor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Dragoste</a:t>
            </a:r>
            <a:r>
              <a:rPr b="0" i="0"/>
              <a:t>,</a:t>
            </a:r>
            <a:r>
              <a:rPr b="1" i="0"/>
              <a:t> </a:t>
            </a:r>
            <a:r>
              <a:rPr b="1" i="0"/>
              <a:t>Dragoste</a:t>
            </a:r>
            <a:r>
              <a:rPr b="0" i="0"/>
              <a:t>, Tu din ceruri ai venit,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Tu din ceruri ai venit,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pe-aceşti doi Tu i-ai unit.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Dragoste</a:t>
            </a:r>
            <a:r>
              <a:rPr sz="4800">
                <a:solidFill>
                  <a:srgbClr val="FFFFFF"/>
                </a:solidFill>
                <a:latin typeface="Calibri"/>
              </a:rPr>
              <a:t>, fii mereu în viaţa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Licărire de lumină printre nori.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