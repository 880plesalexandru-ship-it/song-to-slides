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Bine-aţi venit azi la altar, în casa Domnului Sfânt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Bine-aţi venit azi la altar, în casa Domnului Sfânt,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împliniţi ce Dumnezeu a rânduit pe Pământ.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vă iubiţi şi să trăiţi spre slava lui Dumnezeu,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Trăind aşa de veţi lucra veşnic vă veţi bucura.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Domnul Isus să vă dea pe deplin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Isus să vă dea pe deplin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Pacea din ceruri şi harul divin,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Veşnic iubirea să fie în voi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Până în ziua de-apoi.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Căminul vost’ neîncetat Domnului să-l închinaţi,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Căminul vost’ neîncetat Domnului să-l închinaţi,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cel lipsit, pe cel trudit mereu cu drag s-ajutaţi,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Iar când veţi fi în strâmtorări Domnul cel bun şi milos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Va fi cu voi, v-a sprijini mâna lui Isus Hristos.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Domnul Isus să vă dea pe deplin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Isus să vă dea pe deplin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Pacea din ceruri şi harul divin,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Veşnic iubirea să fie în voi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Până în ziua de-apoi.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Noi vă iubim şi vă dorim cereşti binecuvântări,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Noi vă iubim şi vă dorim cereşti binecuvântări,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Viaţă cu flori, fără de nori, plină de har şi cântări.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Iar când pe cer va răsări soarele nostru,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toţi vom fi Mireasa Lui în ziua fără apus.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Domnul Isus să vă dea pe deplin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Isus să vă dea pe deplin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Pacea din ceruri şi harul divin,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Veşnic iubirea să fie în voi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Până în ziua de-apoi.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