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Două mâini astăzi, Doamne, se unesc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Două mâini astăzi, Doamne, se unesc,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Pe-acest drum împreună ei păşesc.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rugăm lângă ei să fii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Fă-i să simtă că Tu eşti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Să-i conduci</a:t>
            </a:r>
            <a:r>
              <a:rPr b="0" i="0"/>
              <a:t>, </a:t>
            </a:r>
            <a:r>
              <a:rPr b="1" i="0"/>
              <a:t>să-i conduci</a:t>
            </a:r>
            <a:r>
              <a:rPr b="0" i="0"/>
              <a:t>, cu mâna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cu mâna 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Tu-i poţi, </a:t>
            </a:r>
            <a:r>
              <a:rPr b="1" sz="4800">
                <a:solidFill>
                  <a:srgbClr val="FFFFFF"/>
                </a:solidFill>
                <a:latin typeface="Calibri"/>
              </a:rPr>
              <a:t>Tu-i poţi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binecuvânta,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braţul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feriţi de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rugăm, Doamne, când sunt în necaz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rugăm, Doamne, când sunt în necaz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 ştergi lacrima de pe obraz.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Fă-i să simtă că eşti de partea lor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 dai, Doamne, sprijin şi-ajutor.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Să-i conduci</a:t>
            </a:r>
            <a:r>
              <a:rPr b="0" i="0"/>
              <a:t>, </a:t>
            </a:r>
            <a:r>
              <a:rPr b="1" i="0"/>
              <a:t>să-i conduci</a:t>
            </a:r>
            <a:r>
              <a:rPr b="0" i="0"/>
              <a:t>, cu mâna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cu mâna 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Tu-i poţi, </a:t>
            </a:r>
            <a:r>
              <a:rPr b="1" sz="4800">
                <a:solidFill>
                  <a:srgbClr val="FFFFFF"/>
                </a:solidFill>
                <a:latin typeface="Calibri"/>
              </a:rPr>
              <a:t>Tu-i poţi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binecuvânta,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braţul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feriţi de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acum la perechea aceasta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acum la perechea aceasta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 dai, Doamne, Tu din pacea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S-o cunoască mereu şi în nevoi,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Fă-i, Doamne, una pe amândoi.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Să-i conduci</a:t>
            </a:r>
            <a:r>
              <a:rPr b="0" i="0"/>
              <a:t>, </a:t>
            </a:r>
            <a:r>
              <a:rPr b="1" i="0"/>
              <a:t>să-i conduci</a:t>
            </a:r>
            <a:r>
              <a:rPr b="0" i="0"/>
              <a:t>, cu mâna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să-i conduci</a:t>
            </a:r>
            <a:r>
              <a:rPr sz="4800">
                <a:solidFill>
                  <a:srgbClr val="FFFFFF"/>
                </a:solidFill>
                <a:latin typeface="Calibri"/>
              </a:rPr>
              <a:t>, cu mâna 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Tu-i poţi, </a:t>
            </a:r>
            <a:r>
              <a:rPr b="1" sz="4800">
                <a:solidFill>
                  <a:srgbClr val="FFFFFF"/>
                </a:solidFill>
                <a:latin typeface="Calibri"/>
              </a:rPr>
              <a:t>Tu-i poţi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binecuvânta,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ţine-i lângă</a:t>
            </a:r>
            <a:r>
              <a:rPr sz="4800">
                <a:solidFill>
                  <a:srgbClr val="FFFFFF"/>
                </a:solidFill>
                <a:latin typeface="Calibri"/>
              </a:rPr>
              <a:t>, braţul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feriţi de rău.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