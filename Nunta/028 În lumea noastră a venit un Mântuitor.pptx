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lumea noastră a venit un Mântuitor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lumea noastră a venit un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Mântuitor, un Răscumpărător.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s-a născut pe-acest Pământ să-aducă bucurie,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Să-aducă bucurie pentru omenire!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Slavă, slavă, slavă sus în cer şi pe Pământ!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Slavă, slavă, slavă sus în cer şi pe Pământ!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Slavă, slavă, azi s-a născut Pruncul Sfânt!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Îi cântăm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Îl lăudăm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Pruncului de sus,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Îi cântăm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Îl lăudăm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pe veci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lumea noastră a venit un Fiu de Rege,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lumea noastră a venit un Fiu de Rege,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Fiu de Rege pe oameni să-i dezlege.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lanţurile morţii care i-a legat,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ei să fie liberi de orişice păcat!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Slavă, slavă, slavă sus în cer şi pe Pământ!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Slavă, slavă, slavă sus în cer şi pe Pământ!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Slavă, slavă, azi s-a născut Pruncul Sfânt!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Îi cântăm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Îl lăudăm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Pruncului de sus,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Îi cântăm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Îl lăudăm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pe veci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lumea noastră a venit Domnul păcii,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lumea noastră a venit Domnul păcii,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Regele etern, Împăratul vieţii.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mare bucurie pe Pământ şi-n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 s-a născut Isus, Emanuel!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Slavă, slavă, slavă sus în cer şi pe Pământ!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Slavă, slavă, slavă sus în cer şi pe Pământ!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Slavă, slavă, azi s-a născut Pruncul Sfânt!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Îi cântăm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Îl lăudăm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Pruncului de sus,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Îi cântăm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Glorie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Îl lăudăm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Glorie, pe veci lui Isus!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