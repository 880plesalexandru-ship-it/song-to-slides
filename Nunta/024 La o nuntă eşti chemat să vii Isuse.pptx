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La o nuntă eşti chemat să vii Isuse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o nuntă eşti chemat să vii Isuse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o nuntă-n care nu vrem să lipseşti,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aici Te rog să vii, în adunare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Dăruindu-le iubire celor doi.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Vino Doamne, cu iubire,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Vino Doamne, cu iubire,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le dai la cei doi miri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iubire, ce rămâne,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Minunatul dar, ce nu se va uita!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Invitat ai fost în Cana Galileii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Invitat ai fost în Cana Galileii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Şi-ai făcut prima minune,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Invitat eşti şi astăzi l-această nuntă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ai pregătit, un dar frumos şi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Vino Doamne, cu iubire,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Vino Doamne, cu iubire,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le dai la cei doi miri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iubire, ce rămâne,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Minunatul dar, ce nu se va uita!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Vrem ca Domnul să vă dea doar bucurie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Vrem ca Domnul să vă dea doar bucurie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fiţi mire şi mireasă fericiţi,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cu toţii vă dorim întotdeauna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iubire voi de-acum să trăiţi.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Vino Doamne, cu iubire,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Vino Doamne, cu iubire,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le dai la cei doi miri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iubire, ce rămâne,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Minunatul dar, ce nu se va uita!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Noi cu toţii vă dorim doar fericire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cu toţii vă dorim doar fericire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aveţi până când Domnul va 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şi-acolo sus în veşnicie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vă dea iubirea Lui din veşnicii.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Vino Doamne, cu iubire,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Vino Doamne, cu iubire,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le dai la cei doi miri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Dragostea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 iubire, ce rămâne,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Minunatul dar, ce nu se va uita!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