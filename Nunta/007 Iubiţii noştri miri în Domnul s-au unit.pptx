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Iubiţii noştri miri în Domnul s-au 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Iubiţii noştri miri în Domnul s-au unit.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îi iubim şi-acum venim cu dragoste să-i însoţim,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nunta lor cu sfânt fior să le cântăm în cor: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Fiţi fericiţi</a:t>
            </a:r>
            <a:r>
              <a:rPr b="0" i="0"/>
              <a:t>, </a:t>
            </a:r>
            <a:r>
              <a:rPr b="1" i="0"/>
              <a:t>fiţi fericiţi</a:t>
            </a:r>
            <a:r>
              <a:rPr b="0" i="0"/>
              <a:t>, </a:t>
            </a:r>
            <a:r>
              <a:rPr b="0" i="1"/>
              <a:t>trăind uniţi</a:t>
            </a:r>
            <a:r>
              <a:rPr b="0" i="0"/>
              <a:t>, </a:t>
            </a:r>
            <a:r>
              <a:rPr b="1" i="0"/>
              <a:t>trăind uniţi</a:t>
            </a:r>
            <a:r>
              <a:rPr b="0" i="0"/>
              <a:t>, de Domnul dragostei păziţi.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Fiţi fericiţi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fiţi fericiţi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trăind uniţi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trăind uniţi</a:t>
            </a:r>
            <a:r>
              <a:rPr sz="4800">
                <a:solidFill>
                  <a:srgbClr val="FFFFFF"/>
                </a:solidFill>
                <a:latin typeface="Calibri"/>
              </a:rPr>
              <a:t>, de Domnul dragostei păziţi.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Fiţi fericiţi, trăind uniţi, de Domnul dragostei păziţi.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 vă iubiţi mereu, pe Domnul să-L urmaţi,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vă iubiţi mereu, pe Domnul să-L urmaţi,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 uitaţi c-aţi fost chemaţi viaţa voastră să-I predaţi.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vă iubim şi-acum venim mereu să vă dorim: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Fiţi fericiţi</a:t>
            </a:r>
            <a:r>
              <a:rPr b="0" i="0"/>
              <a:t>, </a:t>
            </a:r>
            <a:r>
              <a:rPr b="1" i="0"/>
              <a:t>fiţi fericiţi</a:t>
            </a:r>
            <a:r>
              <a:rPr b="0" i="0"/>
              <a:t>, </a:t>
            </a:r>
            <a:r>
              <a:rPr b="0" i="1"/>
              <a:t>trăind uniţi</a:t>
            </a:r>
            <a:r>
              <a:rPr b="0" i="0"/>
              <a:t>, </a:t>
            </a:r>
            <a:r>
              <a:rPr b="1" i="0"/>
              <a:t>trăind uniţi</a:t>
            </a:r>
            <a:r>
              <a:rPr b="0" i="0"/>
              <a:t>, de Domnul dragostei păziţi.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Fiţi fericiţi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fiţi fericiţi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trăind uniţi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trăind uniţi</a:t>
            </a:r>
            <a:r>
              <a:rPr sz="4800">
                <a:solidFill>
                  <a:srgbClr val="FFFFFF"/>
                </a:solidFill>
                <a:latin typeface="Calibri"/>
              </a:rPr>
              <a:t>, de Domnul dragostei păziţi.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Fiţi fericiţi, trăind uniţi, de Domnul dragostei păziţi.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Azi Domnul v-a unit prin harul Său slăvit,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Azi Domnul v-a unit prin harul Său slăvit,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 să-L iubiţi şi să păziţi credinţa sfântă neclintiţi,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Umblând mereu cu Dumnezeu veţi trece orice greu.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Fiţi fericiţi</a:t>
            </a:r>
            <a:r>
              <a:rPr b="0" i="0"/>
              <a:t>, </a:t>
            </a:r>
            <a:r>
              <a:rPr b="1" i="0"/>
              <a:t>fiţi fericiţi</a:t>
            </a:r>
            <a:r>
              <a:rPr b="0" i="0"/>
              <a:t>, </a:t>
            </a:r>
            <a:r>
              <a:rPr b="0" i="1"/>
              <a:t>trăind uniţi</a:t>
            </a:r>
            <a:r>
              <a:rPr b="0" i="0"/>
              <a:t>, </a:t>
            </a:r>
            <a:r>
              <a:rPr b="1" i="0"/>
              <a:t>trăind uniţi</a:t>
            </a:r>
            <a:r>
              <a:rPr b="0" i="0"/>
              <a:t>, de Domnul dragostei păziţi.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Fiţi fericiţi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fiţi fericiţi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trăind uniţi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trăind uniţi</a:t>
            </a:r>
            <a:r>
              <a:rPr sz="4800">
                <a:solidFill>
                  <a:srgbClr val="FFFFFF"/>
                </a:solidFill>
                <a:latin typeface="Calibri"/>
              </a:rPr>
              <a:t>, de Domnul dragostei păziţi.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Fiţi fericiţi, trăind uniţi, de Domnul dragostei păziţi.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