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Revarsă, Doamne, binecuvântarea 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Revarsă, Doamne, binecuvântarea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Pe-aceşti doi tineri întotdeauna,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 rugăm să îi călăuzeşti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îi păzeşti de tot ce este rău.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Deci Te rugăm să vii l-această nuntă,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Deci Te rugăm să vii l-această nuntă,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Prezenţa Ta să o simţim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Pe-aceştia doi Tu îi binecuvântă,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mereu cu ei pe al lor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încercări vor fi în viaţa lor de-acum,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încercări vor fi în viaţa lor de-acum,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îi păzeşti, să îi ajuţi pe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 rugăm să îi călăuzeşti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îi păzeşti de tot ce este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Deci Te rugăm să vii l-această nuntă,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Deci Te rugăm să vii l-această nuntă,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Prezenţa Ta să o simţim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Pe-aceştia doi Tu îi binecuvântă,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mereu cu ei pe al lor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Tu, Mire sfânt, vino să-Ţi iei Mireasa Ta!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Mire sfânt, vino să-Ţi iei Mireasa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fim cu Tine pentru veci am vrea,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aşteptăm, ca să revii, Doamne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mergem cu Tine în ceruri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Noi vrem să fim în cer la nunta sfântă,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Noi vrem să fim în cer la nunta sfântă,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Prezenţa Ta să o simţim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unde îngerii Îţi cântă,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 unde cerul e senin.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