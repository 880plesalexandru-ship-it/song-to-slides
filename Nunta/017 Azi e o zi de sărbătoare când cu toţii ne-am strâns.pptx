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Azi e o zi de sărbătoare când cu toţii ne-am strâns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Şi nimeni niciodată în viaţă să nu vă poată despărţi,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Să vă iubiţi cum Domnul Isus Hristos Şi-a iubit Biserica Lui. :/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Azi e o zi de sărbătoare când cu toţii ne-am strâns,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Azi e o zi de sărbătoare când cu toţii ne-am strâns,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 bucuria voastră, o floare s-aducem şi noi,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Noi ne rugăm ca Domnul din ceruri să fie prezent aici,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vă unească pentru vecie prin sfântul legământ.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Şi-n clipele de amărăciune să nu uitaţi că amândoi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Şi-n clipele de amărăciune să nu uitaţi că amândoi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Aveţi un sprijin pe Domnul slavei ce este pururi lângă voi.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Azi e o zi de sărbătoare când cu toţii ne-am strâns,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Azi e o zi de sărbătoare când cu toţii ne-am strâns,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 bucuria voastră, o floare s-aducem şi noi,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Noi ne rugăm ca Domnul din ceruri să fie prezent aici,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vă unească pentru vecie prin sfântul legământ.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Să nu uitaţi că rostul vostru în viaţa de pe-acest Pământ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Să nu uitaţi că rostul vostru în viaţa de pe-acest Pământ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E ca să fiţi o mărturie a dragostei lui Dumnezeu.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Azi e o zi de sărbătoare când cu toţii ne-am strâns,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Azi e o zi de sărbătoare când cu toţii ne-am strâns,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 bucuria voastră, o floare s-aducem şi noi,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Noi ne rugăm ca Domnul din ceruri să fie prezent aici,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vă unească pentru vecie prin sfântul legământ.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