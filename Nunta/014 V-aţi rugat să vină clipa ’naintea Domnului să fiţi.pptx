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V-aţi rugat să vină clipa ’naintea Domnului să fiţi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V-aţi rugat să vină clipa ’naintea Domnului să fiţi,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Fericiţi să vă daţi mâna, prin iubire vă uniţi,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Domnul binecuvântării peste voi va revărsa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Roua păcii şi-a iubirii vă inunde inima!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Cu Domnul calea s-o porniţi,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Cu Domnul calea s-o porniţi,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Pe braţul Său vă sprijiniţi,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Iar dragostea vă va uni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fericirea va domni.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Iar acum la sărbătoare, cu toţii ne-am adunat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Iar acum la sărbătoare, cu toţii ne-am adunat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Bucuroşi că ziua mare pentru voi s-a arătat.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Ne rugăm ca Domnul slavei să coboare peste voi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putere şi răbdare şi nădejde în nevoi.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Cu Domnul calea s-o porniţi,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Cu Domnul calea s-o porniţi,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Pe braţul Său vă sprijiniţi,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Iar dragostea vă va uni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fericirea va domni.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Când momente de-ncercare în viaţă se vor ivi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momente de-ncercare în viaţă se vor ivi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Doar la Domnu-i alinarea, mâna Lui vă va-ntări.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Voi să-I mulţumiţi în toate de e soare, de sunt nori,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numai la El se poate preschimba spinii în flori.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Cu Domnul calea s-o porniţi,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Cu Domnul calea s-o porniţi,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Pe braţul Său vă sprijiniţi,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Iar dragostea vă va uni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fericirea va domni.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