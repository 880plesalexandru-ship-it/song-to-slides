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Ce frumoasă eşti, iubito, tu aleasa inimii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Ce frumoasă eşti, iubito, tu aleasa inimii,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Ca un crin în văi cu soare te deosebeşti din mii.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Ce frumos eşti al meu mire ca un cedru din Liban,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Glasul tău e plin de farmec să-l ascult cu drag vreau iar.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         /: M-a dus în casa de ospăţ şi totul era pregătit,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            Dragostea lui era steagul cu care m-a învăluit.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Ce frumoasă eşti, iubito, porumbiţa inimii,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O grădină minunată, un izvor de ape vii.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Ce frumos eşti al meu mire ca un cerb treci peste munţi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Şi pe cap ai o cunună ce-ai deprins mereu când lupţi.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Ce frumoasă eşti, iubito, şi rămâi mereu aşa,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Vom fi veşnic împreună şi mereu te-oi dezmierda.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Ce frumos eşti al meu mire, te iubesc atât de mult,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Vreau să-ţi cânt o veşnicie şi cu drag vreau să te-ascult.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