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Lasă-ţi inima, spre Domnul să tresalte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Lasă-ţi inima, spre Domnul să tresalte,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Mesia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Fiul celui Preaînalt, venit în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ne-împace iar cu Tatăl sfânt.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Lasă-ţi buzele să cânte osanale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Lasă-ţi buzele să cânte osanale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Slavă-n cer şi pace jos,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Glorie s-aduci iubirii Sale,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S-a născut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Lasă-ţi inima, s-aducă daruri sfinte,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Lasă-ţi inima, s-aducă daruri sfinte,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Bun miros s-aduci prin viaţa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 ai mai bun, să-I pui ’nainte,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deschide-I toată inima.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Lasă-ţi buzele să cânte osanale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Lasă-ţi buzele să cânte osanale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Slavă-n cer şi pace jos,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Glorie s-aduci iubirii Sale,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S-a născut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Lasă-ţi inima, pe Domnul să-L slăvească,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Lasă-ţi inima, pe Domnul să-L slăvească,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s-a născut un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ce o ai, să-L preamărească,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Împăratul împăraţilor.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Lasă-ţi buzele să cânte osanale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Lasă-ţi buzele să cânte osanale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Slavă-n cer şi pace jos,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Glorie s-aduci iubirii Sale,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S-a născut Isus Hristos.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