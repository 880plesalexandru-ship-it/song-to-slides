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Să vă iubiţi cu-o dragoste preasfântă şi s-ascultaţi tot ce s-a spus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iubiţi cu-o dragoste preasfântă şi s-ascultaţi tot ce s-a spus,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uitaţi că aţi primit poruncă să vă iubiţi cum v-a iubit Isus.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iubiţi cu-o dragoste fierbinte, să vadă lumea-n voi pe Salvator,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poată spune toţi din jurul vostru aceasta-i calea bucuriilor.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Să vă iubiţi cât veţi trăi în lume,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vă iubiţi cât veţi trăi în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Nicio fărâmă de ură-ntre 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Dragostea-i soare ce-n veci, nu va apune,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Fie Hristos iubirea în voi.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Să vă iubiţi vă spune astăzi Domnul, căci în iubire voi de veţi trăi,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iubiţi vă spune astăzi Domnul, căci în iubire voi de veţi trăi,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 obstacol ce va sta ’nainte cu Dumnezeu, cu El veţi birui.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vă iubiţi şi să vegheaţi întruna prin viaţa voastră fie proslăvit,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la sfârşit El vă va da cununa ce pentru voi cu drag a pregătit.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Să vă iubiţi cât veţi trăi în lume,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Să vă iubiţi cât veţi trăi în lume,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Nicio fărâmă de ură-ntre voi,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Dragostea-i soare ce-n veci, nu va apune,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Fie Hristos iubirea în voi.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