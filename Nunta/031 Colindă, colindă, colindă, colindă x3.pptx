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Colindă, colindă, colindă, colindă /x3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Ascultaţi cu toţii când vă colindăm,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Pe Isus Mesia azi vi-L prezentăm.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El e-un rege veşnic, Domn şi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 venit să moară, chiar de dragul meu.:/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</a:t>
            </a:r>
            <a:r>
              <a:rPr b="1" i="0"/>
              <a:t>Colindă, colindă, colindă, colindă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</a:t>
            </a:r>
            <a:r>
              <a:rPr b="1" sz="4800">
                <a:solidFill>
                  <a:srgbClr val="FFFFFF"/>
                </a:solidFill>
                <a:latin typeface="Calibri"/>
              </a:rPr>
              <a:t>Colindă, colindă, colindă, colindă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Vrem azi să cunoaştem Pruncul minunat,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Vrem azi să cunoaştem Pruncul minunat,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Care din iubire viaţa ne-a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 venit din slavă de la Tatăl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Şi-a luat trup de moarte aici pe Pământ.:/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</a:t>
            </a:r>
            <a:r>
              <a:rPr b="1" i="0"/>
              <a:t>Colindă, colindă, colindă, colindă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</a:t>
            </a:r>
            <a:r>
              <a:rPr b="1" sz="4800">
                <a:solidFill>
                  <a:srgbClr val="FFFFFF"/>
                </a:solidFill>
                <a:latin typeface="Calibri"/>
              </a:rPr>
              <a:t>Colindă, colindă, colindă, colindă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Veniţi azi cu toţii, lângă ieslea Lui,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Veniţi azi cu toţii, lângă ieslea Lui,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Pe toţi vă primeşte Prinţul harului.</a:t>
            </a:r>
            <a:r>
              <a:rPr i="1" sz="4800">
                <a:solidFill>
                  <a:srgbClr val="FFFFFF"/>
                </a:solidFill>
                <a:latin typeface="Calibri"/>
              </a:rPr>
              <a:t> 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Să-I aducem daruri, Celui viu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Inima şi viaţa, Domnului cel bun.:/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</a:t>
            </a:r>
            <a:r>
              <a:rPr b="1" i="0"/>
              <a:t>Colindă, colindă, colindă, colindă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</a:t>
            </a:r>
            <a:r>
              <a:rPr b="1" sz="4800">
                <a:solidFill>
                  <a:srgbClr val="FFFFFF"/>
                </a:solidFill>
                <a:latin typeface="Calibri"/>
              </a:rPr>
              <a:t>Colindă, colindă, colindă, colindă /x3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