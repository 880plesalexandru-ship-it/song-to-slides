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Un buchet din grădina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buchet din grădina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Astăzi, el se dezleagă,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un alt bucheţel preaiubit,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Astăzi, el se încheagă.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Domnul, vă păzească!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Domnul, vă păzească!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să vă-ntărească,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Credincioşi să-I rămâneţi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Pân’ la sfârşitul vieţii!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cămin din poporul Domnului,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cămin din poporul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Uniţi, azi I se-nchină,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Fericiri vor primi, din mâna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pacea Sa divină.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Domnul, vă păzească!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Domnul, vă păzească!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să vă-ntărească,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Credincioşi să-I rămâneţi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Pân’ la sfârşitul vieţii!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Neuitat fie ceasul acesta,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Neuitat fie ceasul acesta,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Întreaga voastră viaţă,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Pân’ la nunta Mirelui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sta faţă-n faţă.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Domnul, vă păzească!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Domnul, vă păzească!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să vă-ntărească,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Credincioşi să-I rămâneţi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Pân’ la sfârşitul vieţii!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