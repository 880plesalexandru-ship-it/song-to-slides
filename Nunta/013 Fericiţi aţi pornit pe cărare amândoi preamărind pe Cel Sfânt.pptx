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Fericiţi aţi pornit pe cărare amândoi preamărind pe Cel Sfânt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Fericiţi aţi pornit pe cărare amândoi preamărind pe Cel Sfânt,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Cel Măreţ v-a purtat cu-ndurare şi voioşi vă-nchinaţi pe Pământ.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Bucurie</a:t>
            </a:r>
            <a:r>
              <a:rPr b="0" i="0"/>
              <a:t>, </a:t>
            </a:r>
            <a:r>
              <a:rPr b="1" i="0"/>
              <a:t>bucurie</a:t>
            </a:r>
            <a:r>
              <a:rPr b="0" i="0"/>
              <a:t>, </a:t>
            </a:r>
            <a:r>
              <a:rPr b="0" i="1"/>
              <a:t>fericire</a:t>
            </a:r>
            <a:r>
              <a:rPr b="0" i="0"/>
              <a:t>, </a:t>
            </a:r>
            <a:r>
              <a:rPr b="1" i="0"/>
              <a:t>fericire</a:t>
            </a:r>
            <a:r>
              <a:rPr b="0" i="0"/>
              <a:t>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Bucurie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bucurie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fericire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fericire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un trai cât mai sublim, </a:t>
            </a:r>
            <a:r>
              <a:rPr b="1" sz="4800">
                <a:solidFill>
                  <a:srgbClr val="FFFFFF"/>
                </a:solidFill>
                <a:latin typeface="Calibri"/>
              </a:rPr>
              <a:t>cât mai sublim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Bucurie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bucurie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fericire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fericire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le-aveţi voi în cămin.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Noi cu drag vă dorim fericire, bucurii să aveţi voi din plin,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Noi cu drag vă dorim fericire, bucurii să aveţi voi din plin,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Vieţuind pas cu pas în iubire, veţi trăi fericiţi în cămin.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Bucurie</a:t>
            </a:r>
            <a:r>
              <a:rPr b="0" i="0"/>
              <a:t>, </a:t>
            </a:r>
            <a:r>
              <a:rPr b="1" i="0"/>
              <a:t>bucurie</a:t>
            </a:r>
            <a:r>
              <a:rPr b="0" i="0"/>
              <a:t>, </a:t>
            </a:r>
            <a:r>
              <a:rPr b="0" i="1"/>
              <a:t>fericire</a:t>
            </a:r>
            <a:r>
              <a:rPr b="0" i="0"/>
              <a:t>, </a:t>
            </a:r>
            <a:r>
              <a:rPr b="1" i="0"/>
              <a:t>fericire</a:t>
            </a:r>
            <a:r>
              <a:rPr b="0" i="0"/>
              <a:t>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Bucurie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bucurie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fericire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fericire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un trai cât mai sublim, </a:t>
            </a:r>
            <a:r>
              <a:rPr b="1" sz="4800">
                <a:solidFill>
                  <a:srgbClr val="FFFFFF"/>
                </a:solidFill>
                <a:latin typeface="Calibri"/>
              </a:rPr>
              <a:t>cât mai sublim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Bucurie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bucurie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fericire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fericire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le-aveţi voi în cămin.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De priviţi la Isus cu plăcere dreapta Sa vă va ocroti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priviţi la Isus cu plăcere dreapta Sa vă va ocroti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Şi-n încercări vă va da El putere biruind să puteţi a ieşi.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Bucurie</a:t>
            </a:r>
            <a:r>
              <a:rPr b="0" i="0"/>
              <a:t>, </a:t>
            </a:r>
            <a:r>
              <a:rPr b="1" i="0"/>
              <a:t>bucurie</a:t>
            </a:r>
            <a:r>
              <a:rPr b="0" i="0"/>
              <a:t>, </a:t>
            </a:r>
            <a:r>
              <a:rPr b="0" i="1"/>
              <a:t>fericire</a:t>
            </a:r>
            <a:r>
              <a:rPr b="0" i="0"/>
              <a:t>, </a:t>
            </a:r>
            <a:r>
              <a:rPr b="1" i="0"/>
              <a:t>fericire</a:t>
            </a:r>
            <a:r>
              <a:rPr b="0" i="0"/>
              <a:t>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Bucurie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bucurie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fericire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fericire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un trai cât mai sublim, </a:t>
            </a:r>
            <a:r>
              <a:rPr b="1" sz="4800">
                <a:solidFill>
                  <a:srgbClr val="FFFFFF"/>
                </a:solidFill>
                <a:latin typeface="Calibri"/>
              </a:rPr>
              <a:t>cât mai sublim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Bucurie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bucurie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fericire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fericire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le-aveţi voi în cămin.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Fiţi voioşi, fericiţi totdeauna, cu Isus fericiţi tot mereu,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Fiţi voioşi, fericiţi totdeauna, cu Isus fericiţi tot mereu,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Credincioşi să-L urmaţi căci cununa v-o va da bunul nost’ Dumnezeu.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Nu-i pe lume</a:t>
            </a:r>
            <a:r>
              <a:rPr b="0" i="0"/>
              <a:t>, </a:t>
            </a:r>
            <a:r>
              <a:rPr b="1" i="0"/>
              <a:t>nu-i pe lume</a:t>
            </a:r>
            <a:r>
              <a:rPr b="0" i="0"/>
              <a:t>, </a:t>
            </a:r>
            <a:r>
              <a:rPr b="0" i="1"/>
              <a:t>fericire</a:t>
            </a:r>
            <a:r>
              <a:rPr b="0" i="0"/>
              <a:t>, </a:t>
            </a:r>
            <a:r>
              <a:rPr b="1" i="0"/>
              <a:t>fericire</a:t>
            </a:r>
            <a:r>
              <a:rPr b="0" i="0"/>
              <a:t>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Nu-i pe lume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nu-i pe lume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fericire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fericire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se află nicăieri, </a:t>
            </a:r>
            <a:r>
              <a:rPr b="1" sz="4800">
                <a:solidFill>
                  <a:srgbClr val="FFFFFF"/>
                </a:solidFill>
                <a:latin typeface="Calibri"/>
              </a:rPr>
              <a:t>da nicăieri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Doar la Isus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doar la Isus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totdeauna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totdeauna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Veţi găsi dulci mângâieri.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