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Bucurie sfântă azi avem în 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Bucurie sfântă azi avem în dar,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că iubirea nu are hotar,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la nunta voastră ne înveselim,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Bucurie sfântă noi împărtăşim.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Sinceră iubire pe voi v-a unit,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Sinceră iubire pe voi v-a unit,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fiţi împreună pentru infinit.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Pacea şi iubirea să fie cu voi,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Mergeţi înainte, nu daţi înapoi.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Sinceră iubire, chiar şi în dureri,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Sinceră iubire, chiar şi în dureri,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vă aduce sfinte mângâieri,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Pacea şi speranţa iar vor înflori,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că în ceruri toţi cu El vom fi.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Sinceră iubire pe voi v-a unit,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Sinceră iubire pe voi v-a unit,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fiţi împreună pentru infinit.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Pacea şi iubirea să fie cu voi,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Mergeţi înainte, nu daţi înapoi.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