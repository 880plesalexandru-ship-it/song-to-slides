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 un drum nou ei pornesc, revarsă har divin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un drum nou ei pornesc, revarsă har divin,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cale orice-ntâlnesc, dă-le ajutor deplin.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Zideşte, Doamne, casa lor, în orice lucru le dă spor,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Zideşte, Doamne, casa lor, în orice lucru le dă spor,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Revarsă al Tău Duh divin, dă-le ajutor deplin.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Căminul lor ne-ncetat o pildă de-azi fie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Căminul lor ne-ncetat o pildă de-azi fie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veci binecuvântaţi s-aveţi bucurie.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Zideşte, Doamne, casa lor, în orice lucru le dă spor,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Zideşte, Doamne, casa lor, în orice lucru le dă spor,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Revarsă al Tău Duh divin, dă-le ajutor deplin.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Prietenii de-i lasă, cei dragi i-ar părăsi,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Prietenii de-i lasă, cei dragi i-ar părăsi,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Prieten drag ei află şi Tu-i vei ocroti.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Zideşte, Doamne, casa lor, în orice lucru le dă spor,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Zideşte, Doamne, casa lor, în orice lucru le dă spor,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Revarsă al Tău Duh divin, dă-le ajutor deplin.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Cu Tine-n veci uniţi dorim să le urăm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Tine-n veci uniţi dorim să le urăm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fie fericiţi şi să ne bucurăm.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Zideşte, Doamne, casa lor, în orice lucru le dă spor,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Zideşte, Doamne, casa lor, în orice lucru le dă spor,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Revarsă al Tău Duh divin, dă-le ajutor deplin.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Voi doi slăviţi pe Domnul Dumnezeu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Cu viaţa voastră să-L urmaţi, păzind Cuvântul Său</a:t>
            </a:r>
            <a:r>
              <a:rPr sz="4800">
                <a:solidFill>
                  <a:srgbClr val="FFFFFF"/>
                </a:solidFill>
                <a:latin typeface="Calibri"/>
              </a:rPr>
              <a:t>, păzind Cuvântul Său.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