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Din cerul sfânt pe-acest Pământ a venit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Din cerul sfânt pe-acest Pământ a venit,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 Hristos, aşa profeţii-au profeţit.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 se va naşte Mântuitorul lumii-ntregi,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 Hristos, El este Rege peste regi.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	/: S-a născut Isus Hristos :/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	/: S-a născut Isus Hristos :/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	/: S-a născut Isus Hristos :/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	Ce minunat şi ce frumos.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 	Ce minunat, ce glorios,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	Ce minunat, ce glorios,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	/: S-a născut Isus Hristos :/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	/: S-a născut Isus Hristos :/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	/: S-a născut Isus Hristos :/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	Ce minunat şi ce frumos.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Din cerul sfânt a venit să ne salveze,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Din cerul sfânt a venit să ne salveze,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 Hristos, El calea să ne-o lumineze.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Asupra Lui luat-a tot păcatul greu,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 Hristos, Isus Fiul lui Dumnezeu.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	/: S-a născut Isus Hristos :/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	/: S-a născut Isus Hristos :/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	/: S-a născut Isus Hristos :/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	Ce minunat şi ce frumos.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Din cerul sfânt veni-va iar’ Isus la noi,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Din cerul sfânt veni-va iar’ Isus la noi,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Emanuel, să ia cu El aleşii Lui.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Să-i ia pe-acei ce Îl urmează zi de zi,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 Hristos în cerul Său îi va răpi.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	/: S-a născut Isus Hristos :/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	/: S-a născut Isus Hristos :/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	/: S-a născut Isus Hristos :/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	Ce minunat şi ce frumos.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