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Ca doi trandafiri să fiţi amândoi în sfânta grădină a Domnului Sfânt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doi trandafiri să fiţi amândoi în sfânta grădină a Domnului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Mereu să-nfloriţi şi să răspândiţi parfumul iubirii să fie în voi.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mai bine-n doi chiar şi la nevoi,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mai bine-n doi chiar şi la nevoi,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Funia-mpletită mult mai tare 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ai de lucrat, când ai de luptat,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şi-n rugăciune vei fi ajutat.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fiţi un buchet cu flori de migdal, cu roade ca roua ce cade-n Saron.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un buchet cu flori de migdal, cu roade ca roua ce cade-n Saron.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lacrimi fierbinţi, cu lacrimi ce ard în sfânta grădină voi să vă rugaţi.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mai bine-n doi chiar şi la nevoi,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mai bine-n doi chiar şi la nevoi,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Funia-mpletită mult mai tare 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ai de lucrat, când ai de luptat,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şi-n rugăciune vei fi ajutat.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noi vă urăm, cu toţi vă dorim pe noua cărare pe care-aţi pornit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noi vă urăm, cu toţi vă dorim pe noua cărare pe care-aţi pornit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mergeţi cu El spre cer ne-ncetat, cu Domnul iubirii în Ierusalim.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mai bine-n doi chiar şi la nevoi,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mai bine-n doi chiar şi la nevoi,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Funia-mpletită mult mai tare 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ai de lucrat, când ai de luptat,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şi-n rugăciune vei fi ajutat.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