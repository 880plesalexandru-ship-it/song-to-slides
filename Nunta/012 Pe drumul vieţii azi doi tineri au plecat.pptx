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drumul vieţii azi doi tineri au plecat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drumul vieţii azi doi tineri au plecat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Te rugăm condu-i neîncetat,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Unind în viaţa lor iubirea Ta din cer.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Te rugăm priveşte-îndurător!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Dragostea Ta să le-o dai şi fericiţi tot mereu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Dragostea Ta să le-o dai şi fericiţi tot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îi vedem toţi am vrea, toţi am vrea.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 zi frumoasă azi, o zi ca ziua 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zi frumoasă azi, o zi ca ziua lor.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Revarsă Tu din plin iubirea-n viaţa lor.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sus din cer, Te rog, adu-le bucurii,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drumul lor mereu pe braţul Tău să-i ţii.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Dragostea Ta să le-o dai şi fericiţi tot mereu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Dragostea Ta să le-o dai şi fericiţi tot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îi vedem toţi am vrea, toţi am vrea.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barca vieţii lor furtuni vor înfrunta,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barca vieţii lor furtuni vor înfrunta,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salvarea lor, să-i iei pe calea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Binecuvântă-i Tu şi să le fii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Prietenul cel bun la bine şi la greu.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Dragostea Ta să le-o dai şi fericiţi tot mereu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Dragostea Ta să le-o dai şi fericiţi tot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îi vedem toţi am vrea, toţi am vrea.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