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Dragostea, e din Dumnezeu, şi ne-a arătat-o prin Fiul Său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Dragostea, e din Dumnezeu, şi ne-a arătat-o prin Fiul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S-a jertfit, şi S-a dăruit pentru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Aşa, să faceţi şi voi!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Unul pe altul vă ajutaţi,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Unul pe altul vă ajutaţi,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fapte bune să vă îndemnaţi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atunci veţi vedea, ce e iubirea!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Domnul sfânt să ascultaţi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calea-ngustă, să umblaţi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aşa veţi avea, fericirea!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Dragostea, să vă fie scut, în viaţă să mergeţi cu avânt,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Dragostea, să vă fie scut, în viaţă să mergeţi cu avânt,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veţi vrea, să aveţi, fericire să rămâneţi în iubire.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Unul pe altul vă ajutaţi,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Unul pe altul vă ajutaţi,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fapte bune să vă îndemnaţi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atunci veţi vedea, ce e iubirea!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Domnul sfânt să ascultaţi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calea-ngustă, să umblaţi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aşa veţi avea, fericirea!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 adevărată, în unitate este arătată pe genunchi, în rugăciune,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adevărată, în unitate este arătată pe genunchi, în rugăciune,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Isus, să fiţi la bine şi greu!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Unul pe altul vă ajutaţi,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Unul pe altul vă ajutaţi,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La fapte bune să vă îndemnaţi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atunci veţi vedea, ce e iubirea!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Domnul sfânt să ascultaţi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calea-ngustă, să umblaţi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aşa veţi avea, fericirea!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