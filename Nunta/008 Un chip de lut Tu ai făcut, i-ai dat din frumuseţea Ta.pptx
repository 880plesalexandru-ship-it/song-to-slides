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Un chip de lut Tu ai făcut, i-ai dat din frumuseţea 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Un chip de lut Tu ai făcut, i-ai dat din frumuseţea Ta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n-ai uitat de la-nceput, alături de suflarea sa,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torni în el şi dragostea.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 ai ştiut când l-ai creat că-n viaţă nu e mai de preţ,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Decât acest dar minunat, ce-n sufletul îndurerat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Dă însorite dimineţi.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Iubirea să rămână-n veci din partea Ta cadoul sfânt,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Iubirea să rămână-n veci din partea Ta cadoul sfânt,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Isuse drag, spre Tine ruga noastră astăzi o-nălţăm.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 singur poţi în viaţa lor să dai belşug şi-n toate spor,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De-aceea noi pe braţul Tău vrem să-i lăsăm.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Privind la omul ce-ai făcut, minune ce nu s-a văzut,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Privind la omul ce-ai făcut, minune ce nu s-a văzut,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dincolo de cunoscut, iubirea Tu ai pus în noi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ea-i uneşte pe-aceşti doi.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Iubirea Ta i-a-îmbrăţişat, pe-o cale-n viaţă i-a-îndemnat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nicicând nu le va fi greu, păstrând în suflet dorul Tău,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Iubirea e din Dumnezeu.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Iubirea să rămână-n veci din partea Ta cadoul sfânt,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Iubirea să rămână-n veci din partea Ta cadoul sfânt,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Isuse drag, spre Tine ruga noastră astăzi o-nălţăm.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 singur poţi în viaţa lor să dai belşug şi-n toate spor,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De-aceea noi pe braţul Tău vrem să-i lăsăm.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În om ai pus fără cântar, mulţimi de daruri i-ai dat iar,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om ai pus fără cântar, mulţimi de daruri i-ai dat iar,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Mai sus n-ai vrut pe nimenea şi-n constelaţia-aceasta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Iubirea-i cea mai mare stea.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Am vrea iubiţii care-acum o poartă-n suflet, nicidecum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nu dea voie vreunui nor să o ascundă-n drumul lor,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Isuse, dă-le ajutor!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Iubirea să rămână-n veci din partea Ta cadoul sfânt,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Iubirea să rămână-n veci din partea Ta cadoul sfânt,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Isuse drag, spre Tine ruga noastră astăzi o-nălţăm.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 singur poţi în viaţa lor să dai belşug şi-n toate spor,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De-aceea noi pe braţul Tău vrem să-i lăsăm.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