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Iată ziua ce-aţi cerut-o de la Domnul pentru voi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 ziua ce-aţi cerut-o de la Domnul pentru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Rugăciunea voastră astăzi s-a-mplinit.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Bucurii s-aveţi în suflet că şi astăzi, pentru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Sfânt din a Sa slavă a venit.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o zi în care voi jurământul unul altuia vi-l daţi.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o zi în care voi jurământul unul altuia vi-l daţi.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Sfânt v-a sprijini şi v-ajută pân’ la capăt să-l păstraţi.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Razele iubirii voastre să încălzeasc-al vost’ cămin,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Razele iubirii voastre să încălzeasc-al vost’ cămin,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Diamantul fericirii să-l păstraţi.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Domnul toată viaţa veţi găsi, la El, sprijin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pe El în veci de veci să Îl urmaţi.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o zi în care voi jurământul unul altuia vi-l daţi.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o zi în care voi jurământul unul altuia vi-l daţi.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Sfânt v-a sprijini şi v-ajută pân’ la capăt să-l păstraţi.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Floarea dragostei întruna înflorită s-o păstraţi,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Floarea dragostei întruna înflorită s-o păstraţi,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clipă cu Isus mereu să fiţi.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Cereţi Domnului în viaţă să fiţi binecuvântaţi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cununa să v-o dea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o zi în care voi jurământul unul altuia vi-l daţi.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o zi în care voi jurământul unul altuia vi-l daţi.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Sfânt v-a sprijini şi v-ajută pân’ la capăt să-l păstraţi.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