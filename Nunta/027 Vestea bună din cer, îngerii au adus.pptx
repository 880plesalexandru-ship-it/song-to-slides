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Vestea bună din cer, îngerii au adus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Vestea bună din cer, îngerii au adus,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al lumii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Jos la oameni prin om Dumnezeu a coborât,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mântuiască tot ce-i pierdut.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S-a născut în Betleem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S-a născut în Betleem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Mesia, Aleluia, Emanuel.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Îngerii preamăresc minunatul moment,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Îngerii preamăresc minunatul moment,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salvare prin El a venit,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Osanale în cer, pace jos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Între oameni plăcuţi Domnului.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S-a născut în Betleem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S-a născut în Betleem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Mesia, Aleluia, Emanuel.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Magi, păstori au adus pruncului sfânt Isus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Magi, păstori au adus pruncului sfânt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Laude, daruri, cântând bucuroşi,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De aceea şi noi vrem prin cânt să-L slăvim,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  Pe Acela ce mult ne-a iubit. :/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Pe Acela ce mult ne-a iubit.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