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Azi s-a născut, în Betleem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Azi s-a născut, în Betleem,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Pruncul sfânt, Emanuel,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Mesia, cel aşteptat,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Cel ce-i din vecie binecuvântat.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Lasă inima să cânte,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Lasă inima să cânte,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 fi şi tu un Irod,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Vin’ ca magii şi păstorii,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te-închini, azi lui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Magii atunci s-au bucurat,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Magii atunci s-au bucurat,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Numai Irod s-a tulburat,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credea ce-a fost vestit,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nouă-împărăţie a venit.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Lasă inima să cânte,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Lasă inima să cânte,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 fi şi tu un Irod,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Vin’ ca magii şi păstorii,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te-închini, azi lui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Multe veacuri au trecut,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Multe veacuri au trecut,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Şi-această-împărăţie n-a ajuns,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de-atunci şi până-acum,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e Împărat, Atotstăpân.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Lasă inima să cânte,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Lasă inima să cânte,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 fi şi tu un Irod,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Vin’ ca magii şi păstorii,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te-închini, azi lui Hristos.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