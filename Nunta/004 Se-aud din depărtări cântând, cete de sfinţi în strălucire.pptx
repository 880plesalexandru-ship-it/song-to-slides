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Se-aud din depărtări cântând, cete de sfinţi în strălucire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Se-aud din depărtări cântând, cete de sfinţi în strălucire,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Se-apropie Isus curând, în slavă şi-n a Lui mărire.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două mii de ani cu dor, a Lui Mireasă Îl aşteaptă,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asfinţit şi până-n zori, păstrându-şi dragostea curată.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Ziua aceea nu-i departe, să veghem cât mai e noapte,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Ziua aceea nu-i departe, să veghem cât mai e noapte,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Aşteptările-n curând se vor sfârşi.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când noaptea va dispare, dulce faţa Lui răsare,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Şi-mpreună fericiţi cu El vom 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Îngenuncheaţi ’naintea Ta, vrem să-Ţi aducem mulţumire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Îngenuncheaţi ’naintea Ta, vrem să-Ţi aducem mulţumire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Pentru-aceşti miri ce astăzi sunt a Ta şi-a noastră bucurie.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sus din ceruri să le dai binecuvântarea-Ţi divină,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îi conduci prin bezna grea pân’ s-or ivi zorii de ziuă.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Ziua aceea nu-i departe, să veghem cât mai e noapte,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Ziua aceea nu-i departe, să veghem cât mai e noapte,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Aşteptările-n curând se vor sfârşi.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când noaptea va dispare, dulce faţa Lui răsare,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Şi-mpreună fericiţi cu El vom 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Iubirea Ta azi i-a unit, pe drum să meargă împreună,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Iubirea Ta azi i-a unit, pe drum să meargă împreună,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lumina lor mereu, în noaptea grea şi fără lună.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când vei reveni, Isus, să-i iei în slava minunată,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noi să Îţi cântăm nespus şi-acum şi-n veşnicia toată.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Ziua aceea nu-i departe, să veghem cât mai e noapte,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Ziua aceea nu-i departe, să veghem cât mai e noapte,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Aşteptările-n curând se vor sfârşi.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când noaptea va dispare, dulce faţa Lui răsare,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Şi-mpreună fericiţi cu El vom fi.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