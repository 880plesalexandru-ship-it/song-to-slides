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 această noapte sfântă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Magi din răsărit I-au adus daruri,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la Prunc, adânc s-au închinat,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Îngeri pe Pământ şi sus în ceruri,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Cântă slavă celui Preaînalt, „Osana”.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	În această noapte sfântă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În această noapte sfântă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S-a născut Mesia,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Printr-o fecioară preacurată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S-a născut Mesia,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Într-o iesle-ntunecată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S-a născut Mesia,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Darul sfânt promis de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Cu îngerii, păstorii şi cu magii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îngerii, păstorii şi cu magii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Venim şi noi la ieslea lui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Îl urmăm şi noi pe calea crucii,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mântuirea ce-a adus, „Osana”.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	În această noapte sfântă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În această noapte sfântă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S-a născut Mesia,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Printr-o fecioară preacurată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S-a născut Mesia,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Într-o iesle-ntunecată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S-a născut Mesia,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Darul sfânt promis de Dumnezeu.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