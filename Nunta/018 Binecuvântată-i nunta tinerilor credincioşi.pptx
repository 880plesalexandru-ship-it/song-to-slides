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Binecuvântată-i nunta tinerilor credincioşi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Binecuvântată-i nunta tinerilor credincioşi,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Domnu-i face cu iubire, fericiţi şi luminoşi,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Binecuvântată fie nunta voastră tot aşa,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Pământ şi-n veşnicie, să vă bucuraţi de ea.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Binecuvântă-i viaţa soţilor ascultători,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Binecuvântă-i viaţa soţilor ascultători,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Ei rămân în Domnul una, credincioşi şi iubitori,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Binecuvântată fie viaţa voastră tot aşa,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Pe Pământ şi-n veşnicie să vă bucuraţi de 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Binecuvântată-i roada soţilor rămaşi curaţi,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Binecuvântată-i roada soţilor rămaşi curaţi,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Fiii lor vor creşte-n Domnul, credincioşi adevăraţi,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Binecuvântată fie roada voastră tot aşa,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Pământ şi-n veşnicie să vă bucuraţi de 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Binecuvântată-i munca soţilor nedespărţiţi,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Binecuvântată-i munca soţilor nedespărţiţi,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Ei prin harul rugăciunii de nimica nu-s lipsiţi,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Binecuvântată fie munca voastră tot aşa,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Pe Pământ şi-n veşnicie să vă bucuraţi de 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Binecuvântată-i casa celui primitor de fraţi,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Binecuvântată-i casa celui primitor de fraţi,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Dăruind primesc belşugul, ajutând sunt ajutaţi,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Binecuvântată fie casa voastră tot aşa,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Pământ şi-n veşnicie să vă bucuraţi de 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Binecuvântată-i plata care vor primi-o sus,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Binecuvântată-i plata care vor primi-o 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Soţii buni uniţi în slujba şi-ascultarea lui Isus,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Binecuvântată fie plata voastră tot aşa,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Pe Pământ şi-n veşnicie să vă bucuraţi de ea.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