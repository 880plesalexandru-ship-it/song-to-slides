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nunta voastră noi am venit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nunta voastră noi am venit,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sărbătorim cea mai frumoasă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zi măreaţă în care-acum,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vă uniţi pe al vieţii drum.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Fiţi fericiţi în viaţa voastră, în drumul pe care porniţi,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Fiţi fericiţi în viaţa voastră, în drumul pe care porniţi,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Iubirea să vă fie diamantul, pe care să îl preţuiţi.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nunta voastră voi aţi chemat,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nunta voastră voi aţi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dragoste rude şi prieteni apropiaţi,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mai cu seamă noi dorim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să vă fie tovarăşul de 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Fiţi fericiţi în viaţa voastră, în drumul pe care porniţi,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Fiţi fericiţi în viaţa voastră, în drumul pe care porniţi,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Iubirea să vă fie diamantul, pe care să îl preţuiţi.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nunta voastră noi vă dorim,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nunta voastră noi vă dorim,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Zile cu soare şi numai împliniri,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toată viaţa noi să auzim,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cerul vieţii, vă este tot senin.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Fiţi fericiţi în viaţa voastră, în drumul pe care porniţi,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Fiţi fericiţi în viaţa voastră, în drumul pe care porniţi,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Iubirea să vă fie diamantul, pe care să îl preţuiţi.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