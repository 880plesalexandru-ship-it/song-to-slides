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Naintea Ta păşesc acum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’Naintea Ta păşesc 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Aceşti doi fii, pe-acelaşi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Ei se unesc una a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sfânt a-ndeplini.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toată casa vrem de azi să Te urmăm,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toată casa vrem de azi să Te urmăm,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Căminul Tu să-l ţii, întâiul Tu să fii.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stăm la pieptul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astfel fericire vom avea.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Uneşte-i Tu, dar pe deplin,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Uneşte-i Tu, dar pe deplin,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cât şi-n suspin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cânte doar spre slava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umiliţi să zică-aşa: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toată casa vrem de azi să Te urmăm,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toată casa vrem de azi să Te urmăm,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Căminul Tu să-l ţii, întâiul Tu să fii.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stăm la pieptul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astfel fericire vom avea.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Cuvinte ca „al meu” şi-„al tău”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Cuvinte ca „al meu” şi-„al tău”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fie pe buza 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azi mereu ei, amândoi,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Rostesc „al nostru” şi „la noi”.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toată casa vrem de azi să Te urmăm,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toată casa vrem de azi să Te urmăm,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Căminul Tu să-l ţii, întâiul Tu să fii.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stăm la pieptul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astfel fericire vom avea.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dacă Tu vei dărui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dacă Tu vei dărui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Acestor doi urmaşi, copii,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crească doar spre slava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ferm uniţi să zică-aşa: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toată casa vrem de azi să Te urmăm,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toată casa vrem de azi să Te urmăm,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Căminul Tu să-l ţii, întâiul Tu să fii.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 la rău să stăm la pieptul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astfel fericire vom avea.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