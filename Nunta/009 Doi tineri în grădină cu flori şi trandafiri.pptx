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Doi tineri în grădină cu flori şi trandafiri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Doi tineri în grădină cu flori şi trandafiri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pornesc pe cale formând un nou cămin.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Sfinţeşte-le Tu legământul,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Sfinţeşte-le Tu legământul,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Uneşte-i în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nu-şi uite nicicând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Tine-a Te 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Ne stau acum în faţă aceste două flori,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stau acum în faţă aceste două flori,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Privirea lor şi ruga s-ajungă pân’ la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Sfinţeşte-le Tu legământul,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Sfinţeşte-le Tu legământul,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Uneşte-i în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nu-şi uite nicicând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Tine-a Te 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Revarsă-Ţi îndurarea şi harul pe deplin,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Revarsă-Ţi îndurarea şi harul pe deplin,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Pornind astăzi pe cale, formând un nou cămin.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Sfinţeşte-le Tu legământul,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Sfinţeşte-le Tu legământul,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Uneşte-i în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nu-şi uite nicicând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Tine-a Te 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drumul căsniciei, în bine sau în rău,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căsniciei, în bine sau în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Privirea lor şi ruga s-ajungă pân’ la cer.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Sfinţeşte-le Tu legământul,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Sfinţeşte-le Tu legământul,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Uneşte-i în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nu-şi uite nicicând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Tine-a Te urma.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