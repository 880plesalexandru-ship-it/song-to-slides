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Noi, fraţii voştri, astăzi vă dorim şi ca îngerii vă urăm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Noi, fraţii voştri, astăzi vă dorim şi ca îngerii vă urăm: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casa voastră s-o zidească, oştile Lui să o păzească.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Multă binecuvântare cerem de la Cel ce poate să dea.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Multă binecuvântare cerem de la Cel ce poate să dea.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Numele voastre în cartea vieţii fie scrise unul lângă-altul.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fiţi în duh proaspeţi cum e roua, să fiţi ca roua din Hermon,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în duh proaspeţi cum e roua, să fiţi ca roua din Hermon,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în duh mereu cum e roua binecuvântată din 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 o rouă-n valea secetoasă pentru cei din jur voi să fiţi,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o rouă-n valea secetoasă pentru cei din jur voi să fiţi,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în duh mereu cum e roua binecuvântată din 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fiţi în lume raze de soare, gheaţa din jur să o topiţi,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în lume raze de soare, gheaţa din jur să o topiţi,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în lume raze de soare, răspândind în jur raze de sfinţi.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 o rază-n ziua-întunecoasă pentru cei din jur voi să fiţi,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o rază-n ziua-întunecoasă pentru cei din jur voi să fiţi,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în lume raze de soare, răspândind în jur raze de sfinţi.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fiţi ca stelele minunate, stele-ntre stele şi-ntre nori,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ca stelele minunate, stele-ntre stele şi-ntre nori,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ca stelele minunate, ca un cer de binecuvântări.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fiţi stele călăuzitoare ca steaua Betleemului,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fiţi stele călăuzitoare ca steaua Betleemului,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Isus voi pe mulţi să-i conduceţi ca o stea a Betleemului.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