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Când în zare se iveşte solul celui necurat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în zare se iveşte solul celui necurat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e tăria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armatele de duhuri cerul l-au întunecat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e tăria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tot iadul stă-n picioare pregătit pentru război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când sufletu-mi se zbate prins în cursa grea,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aplec în rugăciune şi-aştept ajutorul slavei,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e tăria mea.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Dumnezeu e tăria mea, adăpost pentru sufletul meu,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Dumnezeu e tăria mea, adăpost pentru sufletul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Ajutor când povara e grea, Dumnezeu e tăria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Dumnezeu are putere ca în cer şi pe Pământ,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are putere ca în cer şi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e tăria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ce-n lume se întâmplă este scris şi în Cuvânt,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e tăria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Încercarea când e mare şi se pare că mă-ngroapă,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Întunericul e gros şi nu mai pot vedea,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Plec şi fruntea şi genunchii, dar înalţ spre ceruri duhul,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e scăparea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Dumnezeu e tăria mea, adăpost pentru sufletul meu,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Dumnezeu e tăria mea, adăpost pentru sufletul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Ajutor când povara e grea, Dumnezeu e tăria mea.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