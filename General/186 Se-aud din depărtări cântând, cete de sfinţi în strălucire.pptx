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Se-aud din depărtări cântând, cete de sfinţi în strălucire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Se-aud din depărtări cântând, cete de sfinţi în strălucire,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Se-apropie Isus curând, în slavă şi-n a Lui mărire.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două mii de ani cu dor, a Lui Mireasă Îl aşteaptă,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asfinţit şi până-n zori, păstrându-şi dragostea curată.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aceea nu-i departe, să veghem cât mai e noapte,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 nu-i departe, să veghem cât mai e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Aşteptările-n curând se vor sfârşi.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noaptea va dispare, dulce faţa Lui răsare,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Şi-mpreună fericiţi cu El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va reveni pe nori, Biserica să Şi-o răpească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va reveni pe nori, Biserica să Şi-o răpească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a cerului splendori de tot ce-i rău să o ferească.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care-au fost martirizaţi Îl vor vedea pe Domnu-n faţă,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slava Lui înfăşuraţi, păşind spre-o nouă dimineaţă.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aceea nu-i departe, să veghem cât mai e noapte,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 nu-i departe, să veghem cât mai e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Aşteptările-n curând se vor sfârşi.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noaptea va dispare, dulce faţa Lui răsare,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Şi-mpreună fericiţi cu El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lut acum vă scuturaţi, privirea v-o-ndreptaţi spre ceruri,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lut acum vă scuturaţi, privirea v-o-ndreptaţi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Nepăsători să nu mai staţi, căci în curând veni-va Domnul.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cei care-au crezut în El vor fi cu Domnul lor întruna,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cei ce L-au respins pe Miel, pierduţi vor fi pe totdeauna.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aceea nu-i departe, să veghem cât mai e noapte,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 nu-i departe, să veghem cât mai e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Aşteptările-n curând se vor sfârşi.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noaptea va dispare, dulce faţa Lui răsare,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Şi-mpreună fericiţi cu El vom 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