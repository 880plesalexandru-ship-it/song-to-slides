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Venim la poala crucii Tale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Venim la poala crucii Tale,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Venim să-Ți cerem îndurare,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Venim din beznă și noroi,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Întinde-Ți mâna Doamne peste noi.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 fruntea la pământ, cu inima zdrobită,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Îți cerem, Doamne azi. putere înnoită.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fără Duhul Tău suntem tot pământești,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Ajută-ne ca să trăim așa cum Tu dorești,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vrem cu cinste să purtăm în lume orișicând,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Chipul Tău, iubirea Ta, aici pe pământ.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mare har s-avem în dar iertare,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știm că vina noastră ai plătit,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suflet ne a-duci raze de soare,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fii slăvit!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