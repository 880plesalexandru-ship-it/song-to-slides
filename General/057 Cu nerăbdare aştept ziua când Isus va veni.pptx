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 nerăbdare aştept ziua când Isus va veni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nerăbdare aştept ziua când Isus va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minunată, zi minunată,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 nu vor mai fi lacrimi căci cu Isus vom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minunată, zi minunată.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 minunată şi ce frumos va 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 şi ce frumos va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cu Isus noi în veci vom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 şi fericită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fi când după-ai Săi copii El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Vor fi încoronaţi toţi sfinţii în slava cerului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Vor fi încoronaţi toţi sfinţii în slava cerului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minunată, zi minunată,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faţa Lui în veşnicie cu toţi o vom vedea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minunată, zi minunată.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 minunată şi ce frumos va fi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 şi ce frumos va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cu Isus noi în veci vom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 şi fericită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fi când după-ai Săi copii El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vrei să fii şi tu acolo, prietene iubit,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vrei să fii şi tu acolo, prietene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masa sfântă, sus pregătită?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De-ţi plângi păcatul chiar acuma poţi fi tu mântuit,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te-aşteaptă, calea-ţi arată.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Zi minunată şi pentru tin’ va fi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 şi pentru tin’ va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pe Isus Îl vei primi.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minunată şi fericită,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fi când printre-ai Săi copii te vei găsi.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