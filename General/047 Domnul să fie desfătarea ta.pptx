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Domnul să fie desfătarea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Niciodată nu se vor sfârşi în Domnul Isus anii tăi,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căile Domnului să rămâi şi El îţi va da bucurii.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Domnul să fie desfătarea 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 să fie desfătarea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la El să îţi fie inima!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căile Domnului să rămâi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El îţi va da bucurii.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Totdeauna vor fi în Isus, noi bucurii în El vor fi,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Totdeauna vor fi în Isus, noi bucurii în El vor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căile Domnului să rămâi şi El îţi va da bucurii.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Domnul să fie desfătarea 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 să fie desfătarea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la El să îţi fie inima!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căile Domnului să rămâi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El îţi va da bucurii.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