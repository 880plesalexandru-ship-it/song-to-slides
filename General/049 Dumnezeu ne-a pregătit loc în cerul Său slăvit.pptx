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Dumnezeu ne-a pregătit loc în cerul Său slăvit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ne-a pregătit loc în cerul Său slăvit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ne cheamă azi pe toţi ca să intrăm.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vom sta la masa Sa, mana sfântă ne va da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pe veci cu Domnul nostru vom umbla.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veniţi, Isus vă cheamă, o, veniţi!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veniţi, Isus vă cheamă, o, veniţi!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Către cer pe calea sfântă vă grăbiţi!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Orice suflet e chemat, uşa harului bogat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deschisă azi, dar mâine s-a-încuiat.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Ucenicii-au ascultat glasul Lui şi L-au urmat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Ucenicii-au ascultat glasul Lui şi L-au urmat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din inimă pe Isus L-au primit.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Au strigat în orice loc cu cuvinte ca de foc,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viaţa pentru noi Şi-a dăruit.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veniţi, Isus vă cheamă, o, veniţi!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veniţi, Isus vă cheamă, o, veniţi!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Către cer pe calea sfântă vă grăbiţi!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Orice suflet e chemat, uşa harului bogat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deschisă azi, dar mâine s-a-încuiat.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curând divinul Miel ne va duce sus la 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curând divinul Miel ne va duce sus la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ne-îmbrace pe vecie-n slava 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Prinţi şi îngeri într-un gând Îl vor lăuda cu-avânt,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Sărbătoarea nu va înceta nicicând.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veniţi, Isus vă cheamă, o, veniţi!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veniţi, Isus vă cheamă, o, veniţi!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Către cer pe calea sfântă vă grăbiţi!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Orice suflet e chemat, uşa harului bogat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 deschisă azi, dar mâine s-a-încuiat.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