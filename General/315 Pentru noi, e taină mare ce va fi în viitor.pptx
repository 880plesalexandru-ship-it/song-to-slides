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Pentru noi, e taină mare ce va fi în viitor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noi, e taină mare ce va fi în viitor,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Poate e o zi cu soare, poate e o zi cu nor,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Însă ştiu că-îngrijorarea să o las va trebui,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şi îndurarea, în etern, vor dăinui.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pot şti ce fi-va mâine,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pot şti ce fi-va mâine,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Însă ştiu că Dumnezeu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Se-îngrijeşte şi de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şi eu sunt fiul Său.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Voi urca trepte de aur, către culmi de har ceresc,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urca trepte de aur, către culmi de har ceresc,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zăresc măreţ tezaur, oare când îl dobândesc?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un loc de fericire, curcubeu multicolor,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Unde-oi fi, în nemurire, cu al meu Mântuitor.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pot şti ce fi-va mâine,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pot şti ce fi-va mâine,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Însă ştiu că Dumnezeu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Se-îngrijeşte şi de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şi eu sunt fiul Său.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Ce va fi, e taină mare, s-ar putea să fiu sărac,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va fi, e taină mare, s-ar putea să fiu sărac,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S-ar putea să n-am mâncare, sau să n-am ce să îmbrac,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flori şi păsărele, Dumnezeu e Tată bun,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Însa vreau, în orice vreme, eul meu să îl supun.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pot şti ce fi-va mâine,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pot şti ce fi-va mâine,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Însă ştiu că Dumnezeu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Se-îngrijeşte şi de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şi eu sunt fiul Său.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