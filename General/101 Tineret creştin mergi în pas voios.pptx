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Tineret creştin mergi în pas voios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Tineret creştin mergi în pas voios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Înspre patria lui Isus Hristos,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Îţi oferă El sprijin preţios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Luptă, deci să fii credincios.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Paradis</a:t>
            </a:r>
            <a:r>
              <a:rPr b="0" i="0"/>
              <a:t>, </a:t>
            </a:r>
            <a:r>
              <a:rPr b="1" i="0"/>
              <a:t>paradis</a:t>
            </a:r>
            <a:r>
              <a:rPr b="0" i="0"/>
              <a:t>, </a:t>
            </a:r>
            <a:r>
              <a:rPr b="0" i="1"/>
              <a:t>loc ceresc</a:t>
            </a:r>
            <a:r>
              <a:rPr b="0" i="0"/>
              <a:t>, </a:t>
            </a:r>
            <a:r>
              <a:rPr b="1" i="0"/>
              <a:t>loc ceresc</a:t>
            </a:r>
            <a:r>
              <a:rPr b="0" i="1"/>
              <a:t>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Paradis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paradis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loc ceresc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loc ceresc</a:t>
            </a:r>
            <a:r>
              <a:rPr i="1"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Fericit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fericit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eu te-aştept, </a:t>
            </a:r>
            <a:r>
              <a:rPr b="1" sz="4800">
                <a:solidFill>
                  <a:srgbClr val="FFFFFF"/>
                </a:solidFill>
                <a:latin typeface="Calibri"/>
              </a:rPr>
              <a:t>eu te-aştept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Cât de mult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cât de mult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te doresc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te doresc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Vreau în veci să te slăvesc</a:t>
            </a:r>
            <a:r>
              <a:rPr b="1" sz="480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El te cheamă-acum cu iubirea Sa,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te cheamă-acum cu iubirea Sa,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Vino, deci degrab’ şi nu-L refuza!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Lasă lumea rea plină de păcat,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Salvatorul bun te-a iertat.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Paradis</a:t>
            </a:r>
            <a:r>
              <a:rPr b="0" i="0"/>
              <a:t>, </a:t>
            </a:r>
            <a:r>
              <a:rPr b="1" i="0"/>
              <a:t>paradis</a:t>
            </a:r>
            <a:r>
              <a:rPr b="0" i="0"/>
              <a:t>, </a:t>
            </a:r>
            <a:r>
              <a:rPr b="0" i="1"/>
              <a:t>loc ceresc</a:t>
            </a:r>
            <a:r>
              <a:rPr b="0" i="0"/>
              <a:t>, </a:t>
            </a:r>
            <a:r>
              <a:rPr b="1" i="0"/>
              <a:t>loc ceresc</a:t>
            </a:r>
            <a:r>
              <a:rPr b="0" i="1"/>
              <a:t>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Paradis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paradis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loc ceresc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loc ceresc</a:t>
            </a:r>
            <a:r>
              <a:rPr i="1"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Fericit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fericit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eu te-aştept, </a:t>
            </a:r>
            <a:r>
              <a:rPr b="1" sz="4800">
                <a:solidFill>
                  <a:srgbClr val="FFFFFF"/>
                </a:solidFill>
                <a:latin typeface="Calibri"/>
              </a:rPr>
              <a:t>eu te-aştept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Cât de mult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cât de mult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te doresc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te doresc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Vreau în veci să te slăvesc</a:t>
            </a:r>
            <a:r>
              <a:rPr b="1" sz="480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Timpu-i pe sfârşit, ziua a venit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Timpu-i pe sfârşit, ziua a venit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în curând te va răsplăti,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Împlineşte deci tot ce El a spus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vei fi cu El în cer 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Paradis</a:t>
            </a:r>
            <a:r>
              <a:rPr b="0" i="0"/>
              <a:t>, </a:t>
            </a:r>
            <a:r>
              <a:rPr b="1" i="0"/>
              <a:t>paradis</a:t>
            </a:r>
            <a:r>
              <a:rPr b="0" i="0"/>
              <a:t>, </a:t>
            </a:r>
            <a:r>
              <a:rPr b="0" i="1"/>
              <a:t>loc ceresc</a:t>
            </a:r>
            <a:r>
              <a:rPr b="0" i="0"/>
              <a:t>, </a:t>
            </a:r>
            <a:r>
              <a:rPr b="1" i="0"/>
              <a:t>loc ceresc</a:t>
            </a:r>
            <a:r>
              <a:rPr b="0" i="1"/>
              <a:t>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Paradis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paradis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loc ceresc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loc ceresc</a:t>
            </a:r>
            <a:r>
              <a:rPr i="1"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Fericit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fericit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eu te-aştept, </a:t>
            </a:r>
            <a:r>
              <a:rPr b="1" sz="4800">
                <a:solidFill>
                  <a:srgbClr val="FFFFFF"/>
                </a:solidFill>
                <a:latin typeface="Calibri"/>
              </a:rPr>
              <a:t>eu te-aştept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Cât de mult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cât de mult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te doresc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te doresc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Vreau în veci să te slăvesc</a:t>
            </a:r>
            <a:r>
              <a:rPr b="1" sz="4800">
                <a:solidFill>
                  <a:srgbClr val="FFFFFF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