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 cine să mă tem când Domnul e cu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De cine să mă tem când Domnul e cu mine?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Eu nu mă tem.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De cine să mă tem când furtuna vine?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Eu nu mă 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Isus mi-e ajutor, El e ocrotitor,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Isus mi-e ajutor, El e ocrotitor,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M-ascultă când Îl chem, de-aceea nu mă tem.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La cine să alerg când vin valuri?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La cine să alerg când vin valuri?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Doar la Dumnezeu.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La cine să mă rog când am necazuri?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Doar la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Isus mi-e ajutor, El e ocrotitor,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Isus mi-e ajutor, El e ocrotitor,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Când valuri vin şi trec, doar la El alerg.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Pe cine să Îl laud când e rău sau bine?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Pe cine să Îl laud când e rău sau bine?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Doar pe Dumnezeu.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Pe cine să-L slăvesc în orice vreme?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Doar pe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Isus mi-e ajutor, El e ocrotitor,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Isus mi-e ajutor, El e ocrotitor,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Pe El Îl voi lăuda toată viaţa mea.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