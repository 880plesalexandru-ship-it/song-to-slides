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Un om fără de Domnul e-un pom neroditor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Un om fără de Domnul e-un pom neroditor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Sădit în lumea mare, fără de ajutor.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firea pământească sufletul i-a-ngrădit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Inima lui suspină şi e nefericit.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Nu cere de la oameni să-ţi dea fericirea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Nu cere de la oameni să-ţi dea fericirea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Căci numai Domnul poate şi ştie să ţi-o dea.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Încrede-te în Domnul şi viaţa ta va fi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Rodită şi-mplinită cu mii de bucurii.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Un om fără de Domnul e-un călător pribeag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Un om fără de Domnul e-un călător pribeag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Ce aleargă prin lume de griji împovărat.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Trudeşte-o viaţă-ntreagă nebinecuvântat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Şi-n anii bătrâneţii e trist şi-nsingurat.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Nu cere de la oameni să-ţi dea fericirea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Nu cere de la oameni să-ţi dea fericirea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Căci numai Domnul poate şi ştie să ţi-o dea.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Încrede-te în Domnul şi viaţa ta va fi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Rodită şi-mplinită cu mii de bucurii.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Acum, omule, vino la Domnul Dumnezeu,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Acum, omule, vino la Domnul Dumnezeu,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Căci El ţi-a dat viaţă şi totul este El.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Te pocăieşte, vino cât timp tu mai trăieşti,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Întoarce-te la Domnul să-ţi dea viaţa de veci.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Nu cere de la oameni să-ţi dea fericirea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Nu cere de la oameni să-ţi dea fericirea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Căci numai Domnul poate şi ştie să ţi-o dea.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Încrede-te în Domnul şi viaţa ta va fi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Rodită şi-mplinită cu mii de bucurii.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