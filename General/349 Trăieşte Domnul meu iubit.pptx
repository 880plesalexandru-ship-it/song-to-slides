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Trăieşte Domnul meu iubit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Trăieşte Domnul meu iubit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Măreţ cuvânt, sublim, duios,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Mormântul gol stă părăsit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veci, e viu Isus Hristos.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Nu-L căutaţi</a:t>
            </a:r>
            <a:r>
              <a:rPr b="0" i="0"/>
              <a:t>, </a:t>
            </a:r>
            <a:r>
              <a:rPr b="1" i="0"/>
              <a:t>nu-L căutaţi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Nu-L căutaţi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nu-L căutaţi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Printre cei morţi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printre cei morţi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El a-nviat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a-nviat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Cu-adevărat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cu-adevărat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Isus e Domn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 e Domn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Al lumii-ntregi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al lumii-ntregi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 Stăpân etern şi Rege peste regi.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Trăieşte Domnul meu iubit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Trăieşte Domnul meu iubit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Adie vântul răcoros,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 spune codrul înflorit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veci e viu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Nu-L căutaţi</a:t>
            </a:r>
            <a:r>
              <a:rPr b="0" i="0"/>
              <a:t>, </a:t>
            </a:r>
            <a:r>
              <a:rPr b="1" i="0"/>
              <a:t>nu-L căutaţi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Nu-L căutaţi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nu-L căutaţi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Printre cei morţi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printre cei morţi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El a-nviat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a-nviat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Cu-adevărat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cu-adevărat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Isus e Domn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Isus e Domn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Al lumii-ntregi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al lumii-ntregi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e Stăpân etern şi Rege peste regi.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