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 lui Isus venire curând se apropie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lui Isus venire curând se apropie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bucurie ne-aduce.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Milioane-n jur suspină după măreaţa clipă,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Grăbeşte-Ţi venirea, Doamne!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vine curând, noi ştim că El vine să-Şi ia Mireasa Sa,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vine curând, noi ştim că El vine să-Şi ia Mireasa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inima senină Îl aşteptăm să vină, grăbeşte-Ţi venirea,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Durerea şi păcatul domină-ntreg Pământul,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Durerea şi păcatul domină-ntreg Pământul,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Lumea în moarte se zbate.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în ziua măreaţă Îi vom sta faţă-n faţă.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Grăbeşte-Ţi venirea,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vine curând, noi ştim că El vine să-Şi ia Mireasa Sa,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vine curând, noi ştim că El vine să-Şi ia Mireasa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inima senină Îl aşteptăm să vină, grăbeşte-Ţi venirea,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astăzi ne îndeamnă să priveghem în rugă,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astăzi ne îndeamnă să priveghem în rugă,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ştim nici ziua, nici ora.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Să-ţi pregăteşti sufletul, să porţi mereu veşmântul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Spălat în sânge pe Calvar.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vine curând, noi ştim că El vine să-Şi ia Mireasa Sa,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vine curând, noi ştim că El vine să-Şi ia Mireasa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inima senină Îl aşteptăm să vină, grăbeşte-Ţi venirea,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trâmbiţa suna-va şi din cer coborî-va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trâmbiţa suna-va şi din cer coborî-va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Mireasa Sfântă s-o ia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bucurie mare, vom zbura către soare.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Grăbeşte-Ţi venirea,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vine curând, noi ştim că El vine să-Şi ia Mireasa Sa,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vine curând, noi ştim că El vine să-Şi ia Mireasa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inima senină Îl aşteptăm să vină, grăbeşte-Ţi venirea, Doamne!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