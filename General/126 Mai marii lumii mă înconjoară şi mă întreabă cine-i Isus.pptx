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Mai marii lumii mă înconjoară şi mă întreabă cine-i Isus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marii lumii mă înconjoară şi mă întreabă cine-i Isus.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Pun la-ndoială a mea credinţă şi spun că voi suferi nespus.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De nimeni nu mă tem pe Tine când Te chem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De nimeni nu mă tem pe Tine când Te chem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legea Ta eternă o păzesc.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faţa lor voi sta, nu mă voi clătina,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Numele Tău cel Sfânt eu Îl vestesc.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Privesc în zare măreţul soare ce străluceşte neîncetat.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Privesc în zare măreţul soare ce străluceşte neîncetat.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Pun o-ntrebare la fiecare: cine-l conduce, cin’ l-a creat?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Şi dacă într-o zi pe cer ar zăbovi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dacă într-o zi pe cer ar zăbovi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Cine-ar cunoaşte taina soarelui?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Ştiinţa omului şi-nţelepciunea Lui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pot cunoaşte taina soarelui.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Dealul şi valea, munţii şi marea vestesc iubirea Celui Preaînalt.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Dealul şi valea, munţii şi marea vestesc iubirea Celui Preaînalt.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Tot Universul şi-ntreg Pământul la glasul Lui s-au cutremurat.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Şi toate florile-şi deschid petalele,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toate florile-şi deschid petalele,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Dau câmpului covor nemărginit,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tot ce ai creat doar omului i-ai dat,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Fiindcă-atât de mult Tu l-ai iubit.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