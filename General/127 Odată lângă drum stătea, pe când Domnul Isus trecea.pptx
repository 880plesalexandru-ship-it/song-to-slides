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Odată lângă drum stătea, pe când Domnul Isus trecea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Odată lângă drum stătea, pe când Domnul Isus trecea,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om în zdrenţe, cerşetor, fără de ajutor.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Era orb şi nu vedea dar, credea în Dumnezeu.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orb şi nu vedea dar, credea în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vadă el dorea, era orbul Bartimeu.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l-a întrebat: „Ce vrei?” –„O, Doamne, ca să văd doresc,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l-a întrebat: „Ce vrei?” –„O, Doamne, ca să văd doresc,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se deschidă ochii mei ca şi eu să privesc.”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Era orb şi nu vedea dar, credea în Dumnezeu.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orb şi nu vedea dar, credea în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vadă el dorea, era orbul Bartimeu.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„Credinţa ta te-a mântuit, ridică-te!” Isus i-a zis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„Credinţa ta te-a mântuit, ridică-te!” Isus i-a zis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Şi-ndată orbul a sărit şi s-a tămăduit.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Era orb şi nu vedea dar, credea în Dumnezeu.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orb şi nu vedea dar, credea în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vadă el dorea, era orbul Bartimeu.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orb şi nu vedea, dar Isus l-a vindecat.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Bartimeu nu mai cerşea căci Isus l-a vindecat.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