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Privesc la izvor şi văd cum curge lin, voios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Privesc la izvor şi văd cum curge lin, voios,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Apă rece, cristal răcoritor.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Printre stânci voios el cântă slavă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Dumnezeu l-a creat.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dis-de-dimineaţă cerbul din el se-adapă şi păsărelele în zbor,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dis-de-dimineaţă cerbul din el se-adapă şi păsărelele în zbor,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apa lui curată te-mbie fără plată să bei, iubite călător.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Domnul meu, şi slavă-Ţi cânt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toate le-ai creat aşa de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Mă-nchin ’naintea Ta cu toată fiinţa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toate le-ai creat aşa de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Izvor minunat, la Tine vin cei însetaţi,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Izvor minunat, la Tine vin cei însetaţi,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Tu-i răcoreşti, pe toţi înveseleşti,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 să beau şi eu, să-mi răcoresc sufletul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pot cânta Domnului.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dis-de-dimineaţă cerbul din el se-adapă şi păsărelele în zbor,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dis-de-dimineaţă cerbul din el se-adapă şi păsărelele în zbor,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apa lui curată te-mbie fără plată să bei, iubite călător.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Domnul meu, şi slavă-Ţi cânt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toate le-ai creat aşa de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Mă-nchin ’naintea Ta cu toată fiinţa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toate le-ai creat aşa de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Prin munţii înalţi el se revarsă lin, voios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munţii înalţi el se revarsă lin, voios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cheamă la viaţă pe toţi cei însetaţi.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vino şi tu să bei din apa vieţii-n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vino la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dis-de-dimineaţă cerbul din el se-adapă şi păsărelele în zbor,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dis-de-dimineaţă cerbul din el se-adapă şi păsărelele în zbor,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apa lui curată te-mbie fără plată să bei, iubite călător.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Domnul meu, şi slavă-Ţi cânt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toate le-ai creat aşa de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Mă-nchin ’naintea Ta cu toată fiinţa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toate le-ai creat aşa de minunat.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