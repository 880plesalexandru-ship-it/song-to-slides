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Am găsit în Domnul fericirea, am găsit măreţul har divin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găsit în Domnul fericirea, am găsit măreţul har divin,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găsit în Isus mântuirea ce-am căutat-o de atâta timp.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găsit în Isus adevărul când inima mi-am deschis,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 sfântă, binecuvântare de la Domnul am primit.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Glorie, Isuse Ţie,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Glorie, Isuse Ţie,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Aleluia-n veci, mărire!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a mea fericire,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furtuna vine peste mare şi când vânturile grele bat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furtuna vine peste mare şi când vânturile grele bat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Spune-mi, Doamne, cum să pot eu oare marea vieţii s-o străbat.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păcatul ameninţă lumea şi sfârşitul va veni-n curând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mă tem căci Tu eşti lângă mine, Tu eşti scutul meu oricând.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Glorie, Isuse Ţie,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Glorie, Isuse Ţie,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Aleluia-n veci, mărire!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a mea fericire,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La credinţă vin’ acum degrabă, nu mai sta nepăsător mereu,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credinţă vin’ acum degrabă, nu mai sta nepăsător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eu ştiu că Isus mă iubeşte şi El e-n sufletul meu.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găsit în Isus adevărul când inima mi-am deschis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 sfântă, binecuvântare de la Domnul am primit.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Glorie, Isuse Ţie,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Glorie, Isuse Ţie,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Aleluia-n veci, mărire!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a mea fericire,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Aleluia, Aleluia!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