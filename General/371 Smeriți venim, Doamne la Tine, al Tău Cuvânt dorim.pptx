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Smeriți venim, Doamne la Tine, al Tău Cuvânt dorim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Smeriți venim, Doamne la Tine, al Tău Cuvânt dorim.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Tu, Doamne, dă-ne-nţelepciune, prin harul Tău divin;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întuneric și păcate, doar Tu ne poți salva,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Ta iubire n-are margini, azi vrem lumina 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Îți încredințăm viața noastră Ție,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Îți încredințăm viața noastră Ție,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Condu-ne Tu scump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Luminează Tu, sufletele noastre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Tu fi cu noi!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Păstrează-ne, Doamne în credință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Păstrează-ne, da, copii ai Tăi,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bucurii și în necazuri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 fi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Cuvântul Tău e-nţelepciune, și veșnic este El,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Cuvântul Tău e-nţelepciune, și veșnic este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"Începutul și Sfârșitul", și Tu vei fi mereu;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Numele Tău este viața și veșnică e 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Biruitoare ne e credința și mântuirea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Îți încredințăm viața noastră Ție,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Îți încredințăm viața noastră Ție,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Condu-ne Tu scump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Luminează Tu, sufletele noastre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Tu fi cu noi!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Păstrează-ne, Doamne în credință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Păstrează-ne, da, copii ai Tăi,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bucurii și în necazuri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 fi cu noi!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