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 un pribeag fără de ţară, rătăcitor prin lung pustiu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un pribeag fără de ţară, rătăcitor prin lung pustiu,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am în ceruri o comoară şi ţara mea e-n veşnicii.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Mă-ndrept spre cer sa-L văd pe Domnul să nu mai fiu un pelerin,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Mă-ndrept spre cer sa-L văd pe Domnul să nu mai fiu un pelerin,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după ce-am să trec Iordanul se va sfârşi cu-al meu suspin.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Voi lepăda a mea povară, eliberat de crucea grea,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lepăda a mea povară, eliberat de crucea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Nădejdea mea nu o să moară, şi voi intra-n odihna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Mă-ndrept spre cer sa-L văd pe Domnul să nu mai fiu un pelerin,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Mă-ndrept spre cer sa-L văd pe Domnul să nu mai fiu un pelerin,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după ce-am să trec Iordanul se va sfârşi cu-al meu suspin.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vezi ce grea e-înaintarea, mă lupt să biruiesc mereu,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vezi ce grea e-înaintarea, mă lupt să biruiesc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dor nespus mă cheamă-acasă, e dorul după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Mă-ndrept spre cer sa-L văd pe Domnul să nu mai fiu un pelerin,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Mă-ndrept spre cer sa-L văd pe Domnul să nu mai fiu un pelerin,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după ce-am să trec Iordanul se va sfârşi cu-al meu suspin.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voi parcurge calea toată şi voi ajunge-al meu sfârşit,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parcurge calea toată şi voi ajunge-al meu sfârşit,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Primit voi fi cu bucurie, acasă când voi fi sosit.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Mă-ndrept spre cer sa-L văd pe Domnul să nu mai fiu un pelerin,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Mă-ndrept spre cer sa-L văd pe Domnul să nu mai fiu un pelerin,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după ce-am să trec Iordanul se va sfârşi cu-al meu suspin.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