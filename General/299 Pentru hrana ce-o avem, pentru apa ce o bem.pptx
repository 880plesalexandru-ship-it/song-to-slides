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Pentru hrana ce-o avem, pentru apa ce o bem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hrana ce-o avem, pentru apa ce o bem,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lanul cel cu rod, pentru viaţa ce-i în bob,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Pentru toate ce primim, Doamne Ţie-Ţi mulţumim,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toate ce primim, Doamne Ţie-Ţi mulţumim,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Ţie slavă în veci,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pace cu vecini, pentru răni ce le alini,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pace cu vecini, pentru răni ce le alini,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nori şi curcubeu, ce ne spun de Dumnezeu,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Pentru toate ce primim, Doamne Ţie-Ţi mulţumim,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toate ce primim, Doamne Ţie-Ţi mulţumim,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Ţie slavă în veci,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harul dovedit, pentru raiul pregătit,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harul dovedit, pentru raiul pregătit,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jertfa lui Isus, nu-s cuvinte îndeajuns,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Pentru toate ce primim, Doamne Ţie-Ţi mulţumim,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toate ce primim, Doamne Ţie-Ţi mulţumim,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Ţie slavă în veci,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soare pentru ploi, pentru Duhul Tău din noi,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soare pentru ploi, pentru Duhul Tău din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se poate mulţumi, mii de vieţi de am trăi,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Pentru toate ce primim, Doamne Ţie-Ţi mulţumim,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toate ce primim, Doamne Ţie-Ţi mulţumim,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Ţie slavă în veci,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sfântul tău Cuvânt, pentru Duhul Tău cel Sfânt,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sfântul tău Cuvânt, pentru Duhul Tău cel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viaţa ce ne-ai dat, Doamne fii-n veci lăudat,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Pentru toate ce primim, Doamne Ţie-Ţi mulţumim,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toate ce primim, Doamne Ţie-Ţi mulţumim,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Ţie slavă în veci, Amin.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