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Dumnezeul puternic, ce-i cu tine pe munte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puternic, ce-i cu tine pe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te-ntăreşte, şi nu vei cădea,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cu tine şi-n vale, îţi alungă durerea,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 a creat ziua, e Dumnezeu şi noaptea.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Mâna Lui cea tare, ce te-a ţinut sus pe munte,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Mâna Lui cea tare, ce te-a ţinut sus pe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Tot ea te va ţine, şi-n văile-adânci,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Dumnezeul ce-ţi pune, bucurie în suflet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Tot El îţi va şterge, lacrima-atunci când plângi.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Vorbim de credinţă, când suntem sus pe stâncă,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Vorbim de credinţă, când suntem sus pe stâncă,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Pare uşor, când necazuri n-avem,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Însă vin clipe grele, cu-ncercări şi ispite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Domnul vede, cât te încrezi tu în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Mâna Lui cea tare, ce te-a ţinut sus pe munte,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Mâna Lui cea tare, ce te-a ţinut sus pe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Tot ea te va ţine, şi-n văile-adânci,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Dumnezeul ce-ţi pune, bucurie în suflet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Tot El îţi va şterge, lacrima-atunci când plângi.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