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este munte prea-înalt ca El să nu-l mişte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este munte prea-înalt ca El să nu-l mişte,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problemă prea grea să n-o rezolve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furtună prea rea să n-o liniştească,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durere prea grea să n-o aline.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El purtat-a pe umerii Săi povara lumii,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El purtat-a pe umerii Săi povara lumii,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El poate lua chiar acum povara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