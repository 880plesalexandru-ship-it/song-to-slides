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Isuse, Lumina lumii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Isuse, Lumina lumii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Tinereţea vreau să-Ţi dărui,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Printre stâncile genunii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Barca mea să o conduci.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</a:t>
            </a:r>
            <a:r>
              <a:rPr b="1" i="0"/>
              <a:t> Lumină</a:t>
            </a:r>
            <a:r>
              <a:rPr b="0" i="0"/>
              <a:t>, </a:t>
            </a:r>
            <a:r>
              <a:rPr b="0" i="1"/>
              <a:t>dulce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</a:t>
            </a:r>
            <a:r>
              <a:rPr b="1" sz="4800">
                <a:solidFill>
                  <a:srgbClr val="FFFFFF"/>
                </a:solidFill>
                <a:latin typeface="Calibri"/>
              </a:rPr>
              <a:t> Lumină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dulce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Viaţa mea s-o cuprindă,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Inima-mi să se-aprindă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De iubirea de sus.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Valuri multe mă vor bate,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Valuri multe mă vor bate,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Grele clipe voi străbate,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cu Domnul meu cel dulce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Primăvara va domni.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</a:t>
            </a:r>
            <a:r>
              <a:rPr b="1" i="0"/>
              <a:t> Lumină</a:t>
            </a:r>
            <a:r>
              <a:rPr b="0" i="0"/>
              <a:t>, </a:t>
            </a:r>
            <a:r>
              <a:rPr b="0" i="1"/>
              <a:t>dulce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</a:t>
            </a:r>
            <a:r>
              <a:rPr b="1" sz="4800">
                <a:solidFill>
                  <a:srgbClr val="FFFFFF"/>
                </a:solidFill>
                <a:latin typeface="Calibri"/>
              </a:rPr>
              <a:t> Lumină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dulce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Viaţa mea s-o cuprindă,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Inima-mi să se-aprindă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De iubirea de sus.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Tinereţea mea-i o floare,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Tinereţea mea-i o floare,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Vreau să Ţi-o pun la picioare,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slava veşniciei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Dăruiesc vremelnicii.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</a:t>
            </a:r>
            <a:r>
              <a:rPr b="1" i="0"/>
              <a:t> Lumină</a:t>
            </a:r>
            <a:r>
              <a:rPr b="0" i="0"/>
              <a:t>, </a:t>
            </a:r>
            <a:r>
              <a:rPr b="0" i="1"/>
              <a:t>dulce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</a:t>
            </a:r>
            <a:r>
              <a:rPr b="1" sz="4800">
                <a:solidFill>
                  <a:srgbClr val="FFFFFF"/>
                </a:solidFill>
                <a:latin typeface="Calibri"/>
              </a:rPr>
              <a:t> Lumină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dulce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Viaţa mea s-o cuprindă,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Inima-mi să se-aprindă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De iubirea de sus.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