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La izvorul Său, prieten drag, de vii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 izvorul Său, prieten drag, de vii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Curăţit şi spălat tu vei fi.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te mai uita la trecutul tău,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Ci la Cel ce pe cruce muri.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Căci Isus îţi va da viaţă din viaţa Sa,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Căci Isus îţi va da viaţă din viaţa Sa,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Azi primeşte-L pe El, o, te rog, nu mai sta!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Inima de I-o dai tu regret n-o să ai,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Fericit vei trăi pe Pământ şi-n vecii.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Ce duios şi blând te îndeamnă El,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 duios şi blând te îndeamnă El,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Vino-acum, o, de ce tu nu vii?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Lasă lumea rea, slava celui rău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vei şti ce demult vrei să ştii.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Căci Isus îţi va da viaţă din viaţa Sa,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Căci Isus îţi va da viaţă din viaţa Sa,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Azi primeşte-L pe El, o, te rog, nu mai sta!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Inima de I-o dai tu regret n-o să ai,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Fericit vei trăi pe Pământ şi-n vecii.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La izvorul Său, suflet drag, de vii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 izvorul Său, suflet drag, de vii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Harul vieţii gusta-vei din plin.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Vindecat, înnoit, de păcat izbăvit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Prin Acel ce pe cruce muri.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Căci Isus îţi va da viaţă din viaţa Sa,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Căci Isus îţi va da viaţă din viaţa Sa,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Azi primeşte-L pe El, o, te rog, nu mai sta!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Inima de I-o dai tu regret n-o să ai,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Fericit vei trăi pe Pământ şi-n vecii.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