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prin număr vom învinge, scopul nu ni-l vom atinge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prin număr vom învinge, scopul nu ni-l vom atinge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Domnul nu e cu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Biruinţa este dată celor ce smeriţi Îl caută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se-încred în El la nevoi.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prin forţă se câştigă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prin forţă se câştigă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greşi privind înapoi,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chiar vrem, dacă credem,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lupta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Cheia este ascultarea, pe uscat vom trece marea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Cheia este ascultarea, pe uscat vom trece marea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Apele se dau înapoi,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vrăjmaşul vrea să treacă, dar nu poate, se îneacă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Apele se-adună şuvoi.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prin forţă se câştigă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prin forţă se câştigă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greşi privind înapoi,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chiar vrem, dacă credem,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lupta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Noaptea vine şi se lasă, dar poporului nu-i pasă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Noaptea vine şi se lasă, dar poporului nu-i pasă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Luminează stâlpul de foc,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Printre rânduri veselie, o nespusă bucurie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a luptat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prin forţă se câştigă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prin forţă se câştigă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greşi privind înapoi,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chiar vrem, dacă credem,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va lupta pentru noi.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