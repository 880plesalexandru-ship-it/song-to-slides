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De n-ar fi Domnul ajutorul meu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n-ar fi Domnul ajutorul meu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clipele grele ale vieţii,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Cât de curând, sufletul meu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Ar locui-n tăcerea morţii.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Ori de câte ori am zis: „Mi se clatină piciorul”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Ori de câte ori am zis: „Mi se clatină piciorul”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Bunătatea Ta, Doamne, sprijin mi-a fost.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gânduri negre se frământă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gânduri negre se frământă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grămada înlăuntrul meu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Bunătatea Ta,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Îmi desfătează sufletul.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Ori de câte ori am zis: „Mi se clatină piciorul”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Ori de câte ori am zis: „Mi se clatină piciorul”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Bunătatea Ta, Doamne, sprijin mi-a fost.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