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Ai ajuns mântuit prin Domnul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ajuns mântuit prin Domnul Isus?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eşti în Via sfântă altoit?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plină ţi-e inima de pace?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ajuns de Duhul Sfânt călăuzit?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te-ntreb dacă ştii ce-i mântuirea,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te-ntreb dacă ştii ce-i mântuirea,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n-ai uitat că Isus a murit?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Ai tu timp să meditezi, să te rogi şi să lucrezi?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cumva îngrijorări te-au năpădit?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iubeşti pe Isus în tot momentul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iubeşti pe Isus în tot momentul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plăcerile din lume le respingi?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uitat că iubirea e secretul,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Harul tainicei puteri prin care-nvingi?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te-ntreb dacă ştii ce-i mântuirea,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te-ntreb dacă ştii ce-i mântuirea,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n-ai uitat că Isus a murit?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Ai tu timp să meditezi, să te rogi şi să lucrezi?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cumva îngrijorări te-au năpădit?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Este-un loc unde chemi a Lui prezenţă,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loc unde chemi a Lui prezenţă,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unde grija nu te-a tulburat.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Adunarea e locul de-nchinare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Unde-n duh şi-n adevăr te poţi ruga.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te-ntreb dacă ştii ce-i mântuirea,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te-ntreb dacă ştii ce-i mântuirea,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n-ai uitat că Isus a murit?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Ai tu timp să meditezi, să te rogi şi să lucrezi?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cumva îngrijorări te-au năpădit?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