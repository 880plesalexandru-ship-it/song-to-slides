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Nu se poate-ajunge-n ceruri fără a fi încercat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 se poate-ajunge-n ceruri fără a fi încercat,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Fără să cunoşti valoarea aurului prelucrat.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se poate când în viaţă biruieşti prin orice rău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ca scut al vieţii tale este numai Dumnezeu.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 se poate-ajunge-n ceruri fără a fi iubitor,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Chiar de ura este mare şi e cerul plin de nori.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se poate când iubeşti chiar şi pe vrăjmaşul tău,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 uita că-aşa făcut-a totdeauna Domnul Tău.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 se poate-ajunge-n ceruri fără de a-ţi împărţi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Partea ta cu cei flămânzi, hrană spre-a le dărui.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se poate când ce ai dăruieşti la cel sărac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de ce tu dai mai mult, tu devii tot mai bogat.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Stăruieşte-n fapte bune, fii exemplu tot mereu,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Astfel vei putea ajunge sus în cer, la Dumnezeu.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Calea către cer e sfântă, caută să mergi pe 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Astfel vei avea izbândă şi-n veci te vei bucura.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