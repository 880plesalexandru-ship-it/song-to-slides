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Tinerii lui Isus veniţi 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Tinerii lui Isus veniţi dar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slujim Domnului iar.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Isus găsim fericirea,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Voioasă ni-e inima.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Da, da, da!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Da, da, da!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Vrei să trăieşti tu pentru Isus?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 dă-I-o Celui de 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mergem dar pe urmele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Slujind pe veci Domnului.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Vestiţi neamurilor pe Isus,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Vestiţi neamurilor pe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ne e ţinta.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la tine aşteaptă răspuns,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Să-L primeşti eşti tu gata?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Da, da, da!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Da, da, da!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Vrei să trăieşti tu pentru Isus?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 dă-I-o Celui de 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mergem dar pe urmele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Slujind pe veci Domnului.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Tinerii lui Isus daţi mâna,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Tinerii lui Isus daţi mâna,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Legându-vă inima,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stăm credincioşi lângă-al Său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Ne-aşteaptă-n cer cununa.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Da, da, da!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Da, da, da!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Vrei să trăieşti tu pentru Isus?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 dă-I-o Celui de 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mergem dar pe urmele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Slujind pe veci Domnului.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