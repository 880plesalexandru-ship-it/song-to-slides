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 Isus în lumea asta voi merge eu mereu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în lumea asta voi merge eu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Înainte-i ţara mea, înainte-i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Deşi calea Lui e-ngustă şi plină de-ncercări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ajunge-vom în veşnicii.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Isus, Isus este calea-n ţara bucuriilor,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Isus, Isus este calea-n ţara bucuriilor,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Este jertfa ce ne poartă spre limanul mult dorit.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Isus, Isus este calea-n ţara bucuriilor,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Crede-n El şi-n veci tu fi-vei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durerea te doboară, amice, nu uita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durerea te doboară, amice, nu uita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Înainte-i ţara ta, înainte-i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ochii ţi-i ridică şi cere mila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harul Său El te va ajuta.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Isus, Isus este calea-n ţara bucuriilor,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Isus, Isus este calea-n ţara bucuriilor,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Este jertfa ce ne poartă spre limanul mult dorit.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Isus, Isus este calea-n ţara bucuriilor,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Crede-n El şi-n veci tu fi-vei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Niciodată pe-a ta cale să nu te uiţi-napoi,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Niciodată pe-a ta cale să nu te uiţi-napoi,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Înainte-i ţara ta, înainte-i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vei fi acolo, la dreapta Lui vei 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mireasă când vei fi în ţara 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Isus, Isus este calea-n ţara bucuriilor,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Isus, Isus este calea-n ţara bucuriilor,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Este jertfa ce ne poartă spre limanul mult dorit.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Isus, Isus este calea-n ţara bucuriilor,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Crede-n El şi-n veci tu fi-vei fericit.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