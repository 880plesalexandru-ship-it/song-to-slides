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Se duce viaţa ca un vis spre marele necunoscut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duce viaţa ca un vis spre marele necunoscut,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Pe-oceanul veşniciilor atâţia au trecut.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tu vei trece, nu uita, depinde cum te-ai pregătit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veşnicie vei zbura - în infinit.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Eşti pregătit să zbori când ceasul va suna?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pregătit să zbori când ceasul va suna?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pregătit să zbori când El te va chema?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pregătit sau nu? Acum e timpul potrivit,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 şi tu ca să fii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Se duce viaţa ca un nor şi umbrele se duc şi vin,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duce viaţa ca un nor şi umbrele se duc şi 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noi zburăm spre viitor, spre viaţă sau spre chin,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slava cerului senin sau spre adâncu-ntunecos,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veşnicie sus sau jos - spre infinit.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Eşti pregătit să zbori când ceasul va suna?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pregătit să zbori când ceasul va suna?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pregătit să zbori când El te va chema?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pregătit sau nu? Acum e timpul potrivit,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 şi tu ca să fii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iată, Domnul va veni, cu slavă veşnică pe nori,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iată, Domnul va veni, cu slavă veşnică pe nori,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Înconjurat cu zeci de mii, cu îngerii în cor,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fulgerul la răsărit şi orice ochi Îl va vedea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Şi-aceia ce L-au răstignit Îl vor vedea.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Eşti pregătit să zbori când ceasul va suna?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pregătit să zbori când ceasul va suna?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pregătit să zbori când El te va chema?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pregătit sau nu? Acum e timpul potrivit,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 şi tu ca să fii mântuit.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