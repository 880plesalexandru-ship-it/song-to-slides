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Te doresc doar pe Tine, Isuse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doresc doar pe Tine, Isuse,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doar Tu-mi dăruieşti liniştea.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Îmi conduci paşii pe calea vieţii,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Calea ce duce la Dumnezeu.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braţul Tău mă simt mereu păzit şi ocrotit,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braţul Tău mă simt mereu păzit şi ocrotit,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Păcate, griji şi îndoieli Tu mi le-ai mântuit.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vieţii noi condu-mă Tu,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Tău vreau să rămân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Mereu copilul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Dragostea Ta îmi umple viaţa,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 Ta îmi umple viaţa,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Mă-ntăreşte-n necaz şi-n dureri,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sângele Tău de pe cruce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Mi-ai dat, Doamne, iertarea pe veci.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braţul Tău mă simt mereu păzit şi ocrotit,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braţul Tău mă simt mereu păzit şi ocrotit,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Păcate, griji şi îndoieli Tu mi le-ai mântuit.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vieţii noi condu-mă Tu,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Tău vreau să rămân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Mereu copilul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în inima mea zbuciumată,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în inima mea zbuciumată,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Vino, Doamne, şi dă-mi pacea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Locuieşte Tu, Doamne, în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Călăuză fii Tu-n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braţul Tău mă simt mereu păzit şi ocrotit,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braţul Tău mă simt mereu păzit şi ocrotit,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Păcate, griji şi îndoieli Tu mi le-ai mântuit.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vieţii noi condu-mă Tu,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Tău vreau să rămân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Mereu copilul Tău.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