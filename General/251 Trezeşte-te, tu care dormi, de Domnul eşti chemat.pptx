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Trezeşte-te, tu care dormi, de Domnul eşti chemat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Trezeşte-te, tu care dormi, de Domnul eşti chemat.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Cel ce-n păcate rătăceşti, de Domnul eşti căutat.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Suflete, spune când vei fi salvat?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Suflete, spune când vei fi salvat?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Te grăbeşte azi cât mai eşti chemat.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Întoarce-te, drumeţule, din calea de păcat,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Întoarce-te, drumeţule, din calea de păcat,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e trist că tu nu vrei de El să fii salvat.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Suflete, spune când vei fi salvat?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Suflete, spune când vei fi salvat?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Te grăbeşte azi cât mai eşti chemat.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Deci, lasă lumea, pofta rea, căci fericire n-ai,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Deci, lasă lumea, pofta rea, căci fericire n-ai,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Te-ntoarce azi la Dumnezeu, scăpare-n El tu 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Suflete, spune când vei fi salvat?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Suflete, spune când vei fi salvat?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Te grăbeşte azi cât mai eşti chemat.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