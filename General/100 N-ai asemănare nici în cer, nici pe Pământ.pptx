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N-ai asemănare nici în cer, nici pe Pământ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N-ai asemănare nici în cer, nici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Nici în măreţie, nici în faptă şi-n cuvânt.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Îţi cântăm „Osana!”, Dumnezeule slăvit,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Îţi cântăm „Osana!”, Dumnezeule 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Pentru mântuirea ce-n Isus ne-ai dăruit.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Orişicine crede şi renunţă la păcat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Orişicine crede şi renunţă la păcat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va fi prin Isus cu Dumnezeu împăcat.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Îţi cântăm „Osana!”, Dumnezeule slăvit,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Îţi cântăm „Osana!”, Dumnezeule 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Pentru mântuirea ce-n Isus ne-ai dăruit.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Orişicine vine nu va fi respins nicicând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Orişicine vine nu va fi respins nicicând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Are bucurie şi nădejde pe Pământ.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Îţi cântăm „Osana!”, Dumnezeule slăvit,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Îţi cântăm „Osana!”, Dumnezeule 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Pentru mântuirea ce-n Isus ne-ai dăruit.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