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ce-mi foloseşte oare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De-aş avea toată ştiinţa,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de-mi lipseşte credinţa,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zadar m-am ostenit,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nimic n-am folosit.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ce-mi foloseşte oare,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ce-mi foloseşte 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Lumea asta trecătoare,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nimic nu voi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lume când voi pleca.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De-aş şti numărul de stele,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De-aş şti numărul de stele,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De-aş cunoaşte toate cele,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Lumea-ntreagă de-aş avea,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folos de viaţa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ce-mi foloseşte oare,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ce-mi foloseşte 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Lumea asta trecătoare,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nimic nu voi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lume când voi pleca.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Ştiu însă că toate-s bune,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însă că toate-s bune,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când prin rugăciune,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apropii tot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Preabunul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ce-mi foloseşte oare,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ce-mi foloseşte 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Lumea asta trecătoare,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 nimic nu voi lua,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Din lume când voi pleca.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