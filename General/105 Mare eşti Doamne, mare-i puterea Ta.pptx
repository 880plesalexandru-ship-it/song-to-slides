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Mare eşti Doamne, mare-i puterea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 eşti Doamne, mare-i puterea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Cuvântul Tău ai creat lumea.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zis: „Să fie!” şi-atunci din nimica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stat ’nainte-Ţi toată făptura;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Mulţimea stelelor şi mândrul soare,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Cerul, Pământul ascultatu-Te-au.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Inima mea tremurândă admiră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Atotputernicia-Ţi măreaţă.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Omul pământesc l-ai făcut al Tău fiu,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Omul pământesc l-ai făcut al Tău fiu,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duh din Duhul Tău l-ai înzestrat;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Floarea cea mică şi-arborii puternici,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Urma mâinilor Tale ne-arată.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Din toată inima mă închin Ţie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Lăudând mare înţelepciunea Ta.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Mare eşti Doamne, şi-a Ta-nţelepciune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 eşti Doamne, şi-a Ta-nţelepciune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care toate frumos le-ai creat.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Mare eşti Doamne, mare-i iubirea 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 eşti Doamne, mare-i iubirea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Ceea ce-n Fiul Tău ne-ai arătat.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N-ai stins lumina abia arzătoare,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trestia frântă Te-ai îndurat;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când zăceam eu legat în păcate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Mâna-Ţi miloasă spre mine-ai întins.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ochi cu lacrimi mă proştern ’nainte-Ţi,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Lăudând iubirea ce m-a mântuit.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