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Mai sus de oameni şi de-mpăraţi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oameni şi de-mpăraţi,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toate pe care le-ai creat,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lume, mai sus de înţelepţi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fost, rămâi în veci de veci.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Răstignit şi pus într-un mormânt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Răstignit şi pus într-un mormânt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mori, venit-ai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zdrobit ca un trandafir,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căzut, şi te-ai gândit, doar la min'.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sus de tronuri şi-mpărăţii,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tronuri şi-mpărăţii,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de-a lumii mari minunăţii,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aur şi tot ce-i valoros,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rămâi în veci cel mai preţios.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Răstignit şi pus într-un mormânt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Răstignit şi pus într-un mormânt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mori, venit-ai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zdrobit ca un trandafir,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căzut, şi te-ai gândit, doar la min'.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