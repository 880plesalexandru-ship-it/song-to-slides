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Astăzi este ziua, cântăreşte bine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Astăzi este ziua, cântăreşte bine,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Vezi cum stai cu Dumnezeu.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ai uleiul, candela ţi-e plină,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Verifică, dragul meu!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Haina ţi-e încinsă, ai încălţăminte,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Duhul adevărului?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se-aud în zare lupte, zgomot mare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Care prevestesc: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Vine Isus! Vine Isus!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Vine Isus! Vine Isus!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 e puţin şi zice-vom deplin: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„Vine Isus! Vine Isus!”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vom zbura spre-un cer senin.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Domnul îţi vorbeşte, azi te pocăieşte,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îţi vorbeşte, azi te pocăieşte,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Ceasul este pe sfârşit.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Stai în rugăciune şi în fapte bune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fii aur curăţit.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Strânge în hambare lacrimi şi sudoare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Ce-ai lucrat pentru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se-aud în zare lupte, zgomot mare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Care prevestesc: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Vine Isus! Vine Isus!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Vine Isus! Vine Isus!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 e puţin şi zice-vom deplin: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„Vine Isus! Vine Isus!”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vom zbura spre-un cer senin.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Priveghează turmă, că-i vremea din urmă,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Priveghează turmă, că-i vremea din urmă,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Vor fi ceasuri de-amăgire,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Dacă-i cu putinţă să cazi din credinţă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Chiar poporul cel ales.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Cere dar puterea să ai înfierea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Duhul cel Sfânt promis.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Stai în umilinţă să ai biruinţă,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vine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Vine Isus! Vine Isus!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Vine Isus! Vine Isus!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 e puţin şi zice-vom deplin: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„Vine Isus! Vine Isus!”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vom zbura spre-un cer senin.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