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 multe monumente-n 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multe monumente-n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Ce-s ridicate către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ca Golgota nu-i niciunul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Univers, în Israel.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 dragostei ce dăinuieşte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veşnicii în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ancora credinţei vie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Iertarea sfintei mântuiri.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Iubire, iertare, o viaţă nouă-i Golgota,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Iubire, iertare, o viaţă nouă-i Golgota,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preţul pe care l-a plătit Isus pentru viaţa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e jertfa ce-a fost dată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jertfa ce-a fost dată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Pentru-omenire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ce-a avut mai scump un Tată,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singurul Său Fiu cel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astăzi în a Lui iubire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primeşte-aşa cum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Prieten ca El n-ai pe nimeni,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Deschide-ţi inima, ca să-L 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Iubire, iertare, o viaţă nouă-i Golgota,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Iubire, iertare, o viaţă nouă-i Golgota,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preţul pe care l-a plătit Isus pentru viaţa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