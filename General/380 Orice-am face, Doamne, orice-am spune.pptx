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Orice-am face, Doamne, orice-am spune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Orice-am face, Doamne, orice-am spune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Fără Duhul Tău e goană după vânt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orice viaţă fără Tine-apune,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Umple-ne, Isus cu Duhul Tău cel Sfânt.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Duhul Tău ne călăuzeşte, Doamne-n orice zi,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 ne călăuzeşte, Doamne-n orice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 mângâiere dă în vremile târzii,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 ne învaţă cum plăcuţi să ne rugăm,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Tău, o, Domne, aşteptăm.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cum vom sta noi oare în picioare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cum vom sta noi oare în picioare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ziua judecăţii va veni,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încercări cum n-au mai fost sub soare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Numai Duhul Tău ne poate întări.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Duhul Tău ne călăuzeşte, Doamne-n orice zi,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 ne călăuzeşte, Doamne-n orice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 mângâiere dă în vremile târzii,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 ne învaţă cum plăcuţi să ne rugăm,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Duhul Tău, o, Domne, aşteptăm.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