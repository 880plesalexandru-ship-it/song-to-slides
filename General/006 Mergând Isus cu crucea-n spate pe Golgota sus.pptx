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Mergând Isus cu crucea-n spate pe Golgota 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Mergând Isus cu crucea-n spate pe Golgota 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Femeile îndurerate după El au plâns.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Isus a zis: „Nu mă plângeţi pe Mine,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Isus a zis: „Nu mă plângeţi pe Mine,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vă spun curat,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 cu pomul verde fac aşa,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Ce-o fi cu cel uscat?”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Cădea mereu sub greul crucii care-L apăsa,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Cădea mereu sub greul crucii care-L apăsa,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niciunul dintre mulţime nu Îl ajuta.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Isus a zis: „Nu mă plângeţi pe Mine,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Isus a zis: „Nu mă plângeţi pe Mine,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vă spun curat,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 cu pomul verde fac aşa,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Ce-o fi cu cel uscat?”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Iar când la Golgota-au ajuns pe-o cruce L-au întins,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Iar când la Golgota-au ajuns pe-o cruce L-au întins,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piroane L-au ţintuit, cu suliţi L-au străpuns.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Isus a zis: „Nu mă plângeţi pe Mine,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Isus a zis: „Nu mă plângeţi pe Mine,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vă spun curat,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 cu pomul verde fac aşa,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Ce-o fi cu cel uscat?”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Batjocorit şi plin de milă, Isus Se ruga: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Batjocorit şi plin de milă, Isus Se ruga: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„Tată, iartă-le a lor vină, căci nu ştiu ce fac!”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Isus a zis: „Nu mă plângeţi pe Mine,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Isus a zis: „Nu mă plângeţi pe Mine,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vă spun curat,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 cu pomul verde fac aşa,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Ce-o fi cu cel uscat?”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