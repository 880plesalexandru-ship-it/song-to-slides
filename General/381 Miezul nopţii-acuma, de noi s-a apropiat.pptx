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Miezul nopţii-acuma, de noi s-a apropiat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Miezul nopţii-acuma, de noi s-a apropiat.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Pasul lui Isus pe nori se-aude,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înalt se-aude, tot mai tare azi un glas,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Glas ce-n orice inima pătrunde: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"Iată vine Mirele pe nori că să ne ia,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"Iată vine Mirele pe nori că să ne ia,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Candela vă fie aprinsă-acum.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Pregătiţi-vă pentru întâmpinarea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Lumina ei să n-o stingeţi pe drum."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Flacăra credinţei, arde-n voi neîncetat,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Flacăra credinţei, arde-n voi neîncetat,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Untdelemnul Duhului să fie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belşug în fiecare inimă turnat,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nădejdea aşteptării vie.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"Iată vine Mirele pe nori că să ne ia,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"Iată vine Mirele pe nori că să ne ia,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Candela vă fie aprinsă-acum.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Pregătiţi-vă pentru întâmpinarea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Lumina ei să n-o stingeţi pe drum."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