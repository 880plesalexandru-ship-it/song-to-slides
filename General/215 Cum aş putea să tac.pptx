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Cum aş putea să tac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Cum aş putea să tac?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Cum aş putea să tac şi să nu-Ţi cânt,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Căci dacă eu nu-Ţi voi cânta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Te va lăuda şi mare şi pământ. :/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Dacă voi tăcea pietrele vor striga,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voi tăcea pietrele vor striga,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eu nu-Ţi voi cânta,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Doamne, natura-ntreagă,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Oricum Te va lăuda.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Cum aş putea să tac?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Cum aş putea să tac?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Cum aş putea să nu Îţi cânt?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Când văd la orice pas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Că mă iubeşti şi că eşti bun.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Dacă voi tăcea pietrele vor striga,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voi tăcea pietrele vor striga,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eu nu-Ţi voi cânta,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Doamne, natura-ntreagă,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Oricum Te va lăuda.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Cum aş putea să stau?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Cum aş putea să stau?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Cum aş putea să stau în nepăsare?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Când simt atât parfum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Şi văd culori pe fiecare floare.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Dacă voi tăcea pietrele vor striga,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voi tăcea pietrele vor striga,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eu nu-Ţi voi cânta,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Doamne, natura-ntreagă,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Oricum Te va lăuda.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Şi cum să nu mă-nchin?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Şi cum să nu mă-nchin?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Şi cum să nu mă-nchin cu mulţumire?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Când azi îngenuncheaţi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Cad ai Tăi îngeri din a Ta oştire.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Dacă voi tăcea pietrele vor striga,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voi tăcea pietrele vor striga,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eu nu-Ţi voi cânta,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Doamne, natura-ntreagă,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Oricum Te va lăuda.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