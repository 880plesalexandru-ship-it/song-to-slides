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Trezeşte-te azi şi te ridică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Trezeşte-te azi şi te ridică,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O, poporul Meu iubit!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Căci secerişul tău e aproape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Şi-al tău ceas iată-a sosit.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/: O, Aleluia! O, Aleluia!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1/2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/: O, Aleluia! O, Aleluia!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Vino, Doamne Isuse!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Căci prin cuptorul de suferinţă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Căci prin cuptorul de suferinţă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Pentru-o vreme te-am trecut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Şi-n loc de-aramă vreau să-ţi dau aur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argint în loc de lut.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/: O, Aleluia! O, Aleluia!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1/2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/: O, Aleluia! O, Aleluia!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Vino, Doamne Isuse!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Şi iată astăzi te chem la Mine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iată astăzi te chem la Mine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Ca să nu mai zăboveşti,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Să-Mi fii poporul de sfinţi în lume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doar Mie să-Mi slujeşti.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/: O, Aleluia! O, Aleluia!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1/2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/: O, Aleluia! O, Aleluia!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Vino, Doamne Isuse!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Eu te-am salvat prin al Meu sfânt sânge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4/4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Eu te-am salvat prin al Meu sfânt sânge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mereu te voi iubi.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Acum e timpul să vii acasă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Că-n curând te voi răpi.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O, Maranata! O, Maranata!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O, Maranata! O, Maranata!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Vino, Doamne Isuse!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O, Maranata! O, Maranata!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Isus vine în curând.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