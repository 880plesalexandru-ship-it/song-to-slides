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Dumnezeu este-adăpost şi sprijin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Când Mă va chema îi voi răspunde,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Sunt Emanuel, Eu sunt Dumnezeu.”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Dumnezeu este-adăpost şi sprijin,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este-adăpost şi sprijin,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ajutor ce nu lipseşte niciodată-n nevoi.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este locul meu de scăpare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cetăţuia mea, în care mă încred.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Eşti cu mine mereu, eşti cu mine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Orice ar veni, pe braţul Tău voi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Eşti cu mine mereu.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 mie să cadă alături de tine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mie să cadă alături de tine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zece mii la dreapta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vei privi cu ochii răsplătirea celor răi,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de tine nu se va apropia.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„Fiindcă Mă iubeşte”, zice Domnul,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„Fiindcă Mă iubeşte”, zice Domnul,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„Voi fi cu el în strâmtorare, îl voi izbăvi.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