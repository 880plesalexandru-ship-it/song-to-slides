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Să-I cântăm un „Aleluia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somnul liniştit,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Pentru-al zilei răsărit,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tot ce El ne-a dăruit.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Să-I cântăm un „Aleluia!”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Să-I cântăm un „Aleluia!”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un „Mulţumesc frumos!”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lauda şi mulţumirea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Îl slăveşte pe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că pe Golgota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pe Golgota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murit pe crucea grea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viaţă veşnică să-mi 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Să-I cântăm un „Aleluia!”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Să-I cântăm un „Aleluia!”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un „Mulţumesc frumos!”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lauda şi mulţumirea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Îl slăveşte pe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că a biruit,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a biruit,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Boldul morţii a zdrobit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prin Duhul Sfânt ne-a mântuit.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Să-I cântăm un „Aleluia!”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Să-I cântăm un „Aleluia!”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un „Mulţumesc frumos!”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lauda şi mulţumirea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Îl slăveşte pe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că El este viu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El este viu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cu mine e, o ştiu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mă poartă ca pe al Său fiu.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Să-I cântăm un „Aleluia!”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Să-I cântăm un „Aleluia!”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un „Mulţumesc frumos!”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lauda şi mulţumirea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Îl slăveşte pe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al iubirii har,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al iubirii 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Pentru-al mântuirii 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tot ce-n El n-are hotar.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Să-I cântăm un „Aleluia!”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Să-I cântăm un „Aleluia!”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un „Mulţumesc frumos!”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lauda şi mulţumirea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Îl slăveşte pe Hristos.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