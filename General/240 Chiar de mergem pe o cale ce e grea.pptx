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Chiar de mergem pe o cale ce e grea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de mergem pe o cale ce e grea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vedea pe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Lângă El necazuri n-or mai exista,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vedea pe Dumnezeu.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Vom vedea pe Dumnezeu,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vedea pe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Slavă-I vom cânta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vom fi în ceruri lângă tronul Său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vedea pe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După multe lupte şi furtună grea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După multe lupte şi furtună grea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vedea pe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Veşnic în mărire pace vom avea,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vedea pe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Vom vedea pe Dumnezeu,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vedea pe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Slavă-I vom cânta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vom fi în ceruri lângă tronul Său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vedea pe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ispite şi-ncercări nu vor mai fi,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ispite şi-ncercări nu vor mai fi,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vedea pe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Cetatea sfântă noi vom locui,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vedea pe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Vom vedea pe Dumnezeu,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vedea pe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Slavă-I vom cânta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vom fi în ceruri lângă tronul Său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vedea pe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Cu aleşii Lui ce-n slavă au intrat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aleşii Lui ce-n slavă au intrat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vedea pe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 vom închina-mpreună ne-ncetat,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vedea pe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Vom vedea pe Dumnezeu,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vedea pe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Slavă-I vom cânta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vom fi în ceruri lângă tronul Său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vedea pe Dumnezeu.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