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 umblat prin lume, multe-am căutat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umblat prin lume, multe-am căutat,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cu toată truda pace n-am aflat.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Este-o-mpărăţie, un loc pregătit,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De-aş ajunge-acolo aş fi fericit.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frumos aicea, dar mai bine-i 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frumos aicea, dar mai bine-i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Fericirea-i mare când eşti cu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puternic astăzi, poate vei mai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vine sfârşitul, vine într-o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citit o carte, multe-am învăţat,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citit o carte, multe-am învăţat,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atâtea lucruri bune de aflat.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 clipa-n care Biblia-am deschis,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găsit comoara, har de nedescris.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frumos aicea, dar mai bine-i 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frumos aicea, dar mai bine-i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Fericirea-i mare când eşti cu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puternic astăzi, poate vei mai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vine sfârşitul, vine într-o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cântat un cântec care mi-a plăcut,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cântat un cântec care mi-a plăcut,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Melodii frumoase omul a făcut.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este-o cântare care-i mai presus,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imnul slavei Mielului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frumos aicea, dar mai bine-i 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frumos aicea, dar mai bine-i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Fericirea-i mare când eşti cu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puternic astăzi, poate vei mai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vine sfârşitul, vine într-o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Astăzi îmi dau seama, totu-i trecător,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îmi dau seama, totu-i trecător,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lucru-n viaţă e amăgitor.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fericire şi în bogăţii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fără de Isus nu pot vieţui.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frumos aicea, dar mai bine-i sus,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frumos aicea, dar mai bine-i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Fericirea-i mare când eşti cu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puternic astăzi, poate vei mai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vine sfârşitul, vine într-o zi.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