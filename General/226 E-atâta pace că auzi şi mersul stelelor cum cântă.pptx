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E-atâta pace că auzi şi mersul stelelor cum cântă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E-atâta pace că auzi şi mersul stelelor cum cântă,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roua de pe crinii uzi, cum picură-n tăcere sfântă.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Aşa-ntr-o linişte şi-un 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Aşa-ntr-o linişte şi-un har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Poate-ai să vii Isuse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nimeni nu s-ar aştepta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Atunci va fi venirea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E-atâta linişte pe sus şi toate poartă-atâta pace,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E-atâta linişte pe sus şi toate poartă-atâta pace,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De-aud cum mâna Ta, Isus, lumina spicelor desface.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Aşa-ntr-o linişte şi-un har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Aşa-ntr-o linişte şi-un har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Poate-ai să vii Isuse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nimeni nu s-ar aştepta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Atunci va fi venirea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E-atâta pace-n jurul meu şi parcă-i totu-n aşteptare,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E-atâta pace-n jurul meu şi parcă-i totu-n aşteptare,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taina unei sfinte frici, iubirea inimii tresare.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Aşa-ntr-o linişte şi-un har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Aşa-ntr-o linişte şi-un har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Poate-ai să vii Isuse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nimeni nu s-ar aştepta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Atunci va fi venirea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Doamne, eu Te rog să-mi ţii, fiinţa cu vegherea-ncinsă,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eu Te rog să-mi ţii, fiinţa cu vegherea-ncinsă,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Ca-n orice strajă-ar fi să vii, să-mi afli candela aprinsă.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Aşa-ntr-o linişte şi-un har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Aşa-ntr-o linişte şi-un har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Poate-ai să vii Isuse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nimeni nu s-ar aştepta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Atunci va fi venirea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