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Este-un drum plin de lumină spre-un locaş îndepărtat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Este-un drum plin de lumină spre-un locaş îndepărtat,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glorie, mărire, fericire ne-ncetat.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Zilnic merg pe drumu-acesta ca să pot intra şi 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Oraşul sfânt din ceruri, la Mielul lui Dumnezeu.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sunt călător pe Pământ străin,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sunt călător pe Pământ străin,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Înspre Ţara sfântă pelerin.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Oraşul este templul pentru Dumnezeul Sfânt,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Oraşul este templul pentru Dumnezeul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curând el se va umple cu oameni de pe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iubirea ce ne-o poartă ne ajută să simţim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Dorul pentru noua casă unde vrem şi noi să fim.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sunt călător pe Pământ străin,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sunt călător pe Pământ străin,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Înspre Ţara sfântă pelerin.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Oraşu-acesta este gata, pregătită-i casa 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Oraşu-acesta este gata, pregătită-i casa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aşteaptă clipa când eşti gata să te ia.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nu dispera pe cale şi nu fi îngrijorat,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doar laudă-L pe Isus şi iubeşte-L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sunt călător pe Pământ străin,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sunt călător pe Pământ străin,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Înspre Ţara sfântă pelerin.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Este-un drum plin de lumină spre-un oraş îndepărtat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Este-un drum plin de lumină spre-un oraş îndepărtat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glorie, mărire, fericire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toţi pe drumu-acesta care duce în cer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trăi în veşnicie împreună cu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sunt călător pe Pământ străin,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sunt călător pe Pământ străin,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Înspre Ţara sfântă pelerin.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