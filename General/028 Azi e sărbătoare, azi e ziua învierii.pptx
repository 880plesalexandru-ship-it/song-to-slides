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Azi e sărbătoare, azi e ziua învierii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 sărbătoare, azi e ziua învierii,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Vesel fiecare este-n duhul mângâierii.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din mormânt se ridicase,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trup de slavă îmbrăcase.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Slăvim</a:t>
            </a:r>
            <a:r>
              <a:rPr b="0" i="0"/>
              <a:t>,</a:t>
            </a:r>
            <a:r>
              <a:rPr b="1" i="1"/>
              <a:t> </a:t>
            </a:r>
            <a:r>
              <a:rPr b="1" i="0"/>
              <a:t>slăvim,</a:t>
            </a:r>
            <a:r>
              <a:rPr b="0" i="0"/>
              <a:t> </a:t>
            </a:r>
            <a:r>
              <a:rPr b="0" i="1"/>
              <a:t>acum, </a:t>
            </a:r>
            <a:r>
              <a:rPr b="1" i="0"/>
              <a:t>acum,</a:t>
            </a:r>
            <a:r>
              <a:rPr b="0" i="0"/>
              <a:t> </a:t>
            </a:r>
            <a:r>
              <a:rPr b="0" i="1"/>
              <a:t>pe Acel ce-a biruit</a:t>
            </a:r>
            <a:r>
              <a:rPr b="0" i="0"/>
              <a:t>, </a:t>
            </a:r>
            <a:r>
              <a:rPr b="1" i="0"/>
              <a:t>Cel ce-a biruit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biruit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biruit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moartea a zdrobit, </a:t>
            </a:r>
            <a:r>
              <a:rPr b="1" sz="4800">
                <a:solidFill>
                  <a:srgbClr val="FFFFFF"/>
                </a:solidFill>
                <a:latin typeface="Calibri"/>
              </a:rPr>
              <a:t>moartea a zdrobit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înviat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înviat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lui Isus ne-am devotat,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cu Tatăl ne-a-mpăcat, fie veşnic lăudat!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După grele lupte, după chinul din grădină,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grele lupte, după chinul din grădină,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lanţuri rupte, azi e-n slavă şi-n lumină.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este soarele iubirii,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este cheia nemuririi.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Slăvim</a:t>
            </a:r>
            <a:r>
              <a:rPr b="0" i="0"/>
              <a:t>,</a:t>
            </a:r>
            <a:r>
              <a:rPr b="1" i="1"/>
              <a:t> </a:t>
            </a:r>
            <a:r>
              <a:rPr b="1" i="0"/>
              <a:t>slăvim,</a:t>
            </a:r>
            <a:r>
              <a:rPr b="0" i="0"/>
              <a:t> </a:t>
            </a:r>
            <a:r>
              <a:rPr b="0" i="1"/>
              <a:t>acum, </a:t>
            </a:r>
            <a:r>
              <a:rPr b="1" i="0"/>
              <a:t>acum,</a:t>
            </a:r>
            <a:r>
              <a:rPr b="0" i="0"/>
              <a:t> </a:t>
            </a:r>
            <a:r>
              <a:rPr b="0" i="1"/>
              <a:t>pe Acel ce-a biruit</a:t>
            </a:r>
            <a:r>
              <a:rPr b="0" i="0"/>
              <a:t>, </a:t>
            </a:r>
            <a:r>
              <a:rPr b="1" i="0"/>
              <a:t>Cel ce-a biruit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biruit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biruit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moartea a zdrobit, </a:t>
            </a:r>
            <a:r>
              <a:rPr b="1" sz="4800">
                <a:solidFill>
                  <a:srgbClr val="FFFFFF"/>
                </a:solidFill>
                <a:latin typeface="Calibri"/>
              </a:rPr>
              <a:t>moartea a zdrobit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înviat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înviat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lui Isus ne-am devotat,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cu Tatăl ne-a-mpăcat, fie veşnic lăudat!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Lacrimi, suferinţe sunt uitate pe vecie,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Lacrimi, suferinţe sunt uitate pe vecie,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Intri-n biruinţă, Domnul, cerul ne îmbie.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este Cel ce mântuieşte,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nostru Isus este Cel ce ne răpeşte.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Slăvim</a:t>
            </a:r>
            <a:r>
              <a:rPr b="0" i="0"/>
              <a:t>,</a:t>
            </a:r>
            <a:r>
              <a:rPr b="1" i="1"/>
              <a:t> </a:t>
            </a:r>
            <a:r>
              <a:rPr b="1" i="0"/>
              <a:t>slăvim,</a:t>
            </a:r>
            <a:r>
              <a:rPr b="0" i="0"/>
              <a:t> </a:t>
            </a:r>
            <a:r>
              <a:rPr b="0" i="1"/>
              <a:t>acum, </a:t>
            </a:r>
            <a:r>
              <a:rPr b="1" i="0"/>
              <a:t>acum,</a:t>
            </a:r>
            <a:r>
              <a:rPr b="0" i="0"/>
              <a:t> </a:t>
            </a:r>
            <a:r>
              <a:rPr b="0" i="1"/>
              <a:t>pe Acel ce-a biruit</a:t>
            </a:r>
            <a:r>
              <a:rPr b="0" i="0"/>
              <a:t>, </a:t>
            </a:r>
            <a:r>
              <a:rPr b="1" i="0"/>
              <a:t>Cel ce-a biruit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biruit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biruit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Domnul moartea a zdrobit, </a:t>
            </a:r>
            <a:r>
              <a:rPr b="1" sz="4800">
                <a:solidFill>
                  <a:srgbClr val="FFFFFF"/>
                </a:solidFill>
                <a:latin typeface="Calibri"/>
              </a:rPr>
              <a:t>moartea a zdrobit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Slăvim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* *</a:t>
            </a:r>
            <a:r>
              <a:rPr b="1" sz="4800">
                <a:solidFill>
                  <a:srgbClr val="FFFFFF"/>
                </a:solidFill>
                <a:latin typeface="Calibri"/>
              </a:rPr>
              <a:t>slăvim,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acum,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Acel ce-a înviat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ce-a înviat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Deplin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deplin,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pe veci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pe veci,</a:t>
            </a:r>
            <a:r>
              <a:rPr sz="4800">
                <a:solidFill>
                  <a:srgbClr val="FFFFFF"/>
                </a:solidFill>
                <a:latin typeface="Calibri"/>
              </a:rPr>
              <a:t> lui Isus ne-am devotat,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cu Tatăl ne-a-mpăcat, fie veşnic lăudat!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