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Te-am găsit pe munţii înalţi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pe munţii înalţi,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pe margini de râu,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Te-am găsit în stropi de parfum,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Te-am găsit, Isuse, Te-am găsit.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pe cerul senin,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pe dealuri şi stânci,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Te-am găsit în pădurea-nverzită,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Te-am găsit, Isuse, Te-am găsit.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în fulgul de nea,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în stele şi-n nori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Te-am găsit în stropii de ploaie,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Te-am găsit, Isuse, Te-am găsit.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sus pe Golgota,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şi-atunci mi-ai vorbit,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Te-am găsit, fericirea mi-ai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Te-am găsit, Isuse, Te-am găsit.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