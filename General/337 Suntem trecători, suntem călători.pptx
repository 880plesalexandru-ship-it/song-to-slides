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Suntem trecători, suntem călători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Suntem trecători, suntem călători,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Pornim înspre ţara de vis,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Oriunde am fi, oriunde ne-am găsi,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va fi nicicând ca-n paradis.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Acolo ne este ţara, promisă de Isus,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 ne este ţara, promisă de Isus,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  	Cerul sfânt, patria dorită,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	Cerul sfânt, patria dorită,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	Ţara cea de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Acolo ne este ţara, promisă de Isus,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 ne este ţara, promisă de Isus,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Suntem trecători, suntem călători,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Suntem trecători, suntem călători,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avem puţin de mers,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curând, de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pleca spre Univers.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Acolo ne este ţara, promisă de Isus,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 ne este ţara, promisă de Isus,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Suntem trecători, suntem călători,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Suntem trecători, suntem călători,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cântecul acesta s-a sfârşit,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Curând pe nori în splendori,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ne va răpi.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Acolo ne este ţara, promisă de Isus,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 ne este ţara, promisă de Isus,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