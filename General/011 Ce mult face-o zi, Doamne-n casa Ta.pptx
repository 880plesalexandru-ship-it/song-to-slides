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mult face-o zi, Doamne-n casa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mult face-o zi, Doamne-n casa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în linişte mă pot ruga,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fraţii-mpreună Te laud şi 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Tine, Isus, Domnul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Ta, Doamne, sunt fericit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Ascultând Cuvântul sunt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mult face-o zi, Doamne, în casa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Decât în alt loc pe Pământ.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în alt loc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fericit, sunt fericit că Te-am găsit,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fericit, sunt fericit cu Tine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eu doresc, şi eu doresc, Doamne, să locuiesc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viaţa mea în casa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