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Doar harul Tău m-a ridicat de-atâtea 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harul Tău m-a ridicat de-atâtea 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Harul Tău m-a-nviorat pe drumul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Doar harul Tău, doar harul Tău m-a cercetat în ceasul greu,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harul Tău, doar harul Tău de Dumnezeu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harul Tău m-a însoțit pe calea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M-a îmbărbătat când crucea era foarte grea,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Doar harul Tău, doar harul Tău m-a cercetat pe patul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harul, Tău doar harul Tău de Dumnezeu :/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harul Tău mă tine Doamne-n casa 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Sa pot sa strig: "Aleluia! Maranata!"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Doar harul Tău, doar harul Tău mă copleșește când mi-e greu,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harul Tău, doar harul Tău de Dumnezeu :/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harul Tău s-a revărsat în casa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valul greu lovea mereu în barca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Doar harul Tău, doar harul Tău m-a ridicat din valul greu,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harul, Tău doar harul Tău de Dumnezeu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