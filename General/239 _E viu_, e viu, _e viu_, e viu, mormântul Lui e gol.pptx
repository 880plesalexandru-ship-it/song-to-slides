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_E viu_, *e viu*, _e viu_, *e viu*, mormântul Lui e gol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Maria stă şi plânge, ar vrea să ştie ce-i,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iată o minune: Isus ’naintea ei.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mare fericire „Rabuni!” zice 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noi în cer Îl vom vedea.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E viu</a:t>
            </a:r>
            <a:r>
              <a:rPr b="0" i="0"/>
              <a:t>, </a:t>
            </a:r>
            <a:r>
              <a:rPr b="1" i="0"/>
              <a:t>e viu</a:t>
            </a:r>
            <a:r>
              <a:rPr b="0" i="0"/>
              <a:t>, </a:t>
            </a:r>
            <a:r>
              <a:rPr b="0" i="1"/>
              <a:t>e viu</a:t>
            </a:r>
            <a:r>
              <a:rPr b="0" i="0"/>
              <a:t>, </a:t>
            </a:r>
            <a:r>
              <a:rPr b="1" i="0"/>
              <a:t>e viu</a:t>
            </a:r>
            <a:r>
              <a:rPr b="0" i="0"/>
              <a:t>, mormântul Lui e gol.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mormântul Lui e gol.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a-nviat Domnul meu!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în toată strălucirea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 duce la fericire.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Maria, ucenicii grăbesc, alerg la El,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Maria, ucenicii grăbesc, alerg la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zori de dimineaţă le spune îngerul: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„Duceţi, vestiţi tuturor din morţi El a-nviat,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Credeţi şi să vă bucuraţi.”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E viu</a:t>
            </a:r>
            <a:r>
              <a:rPr b="0" i="0"/>
              <a:t>, </a:t>
            </a:r>
            <a:r>
              <a:rPr b="1" i="0"/>
              <a:t>e viu</a:t>
            </a:r>
            <a:r>
              <a:rPr b="0" i="0"/>
              <a:t>, </a:t>
            </a:r>
            <a:r>
              <a:rPr b="0" i="1"/>
              <a:t>e viu</a:t>
            </a:r>
            <a:r>
              <a:rPr b="0" i="0"/>
              <a:t>, </a:t>
            </a:r>
            <a:r>
              <a:rPr b="1" i="0"/>
              <a:t>e viu</a:t>
            </a:r>
            <a:r>
              <a:rPr b="0" i="0"/>
              <a:t>, mormântul Lui e gol.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mormântul Lui e gol.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a-nviat Domnul meu!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 viu</a:t>
            </a:r>
            <a:r>
              <a:rPr sz="4800">
                <a:solidFill>
                  <a:srgbClr val="FFFFFF"/>
                </a:solidFill>
                <a:latin typeface="Calibri"/>
              </a:rPr>
              <a:t>, în toată strălucirea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 duce la fericire.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