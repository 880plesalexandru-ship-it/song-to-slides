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Însingurat căutam ce în lume n-am găsit, însingurat căutam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Însingurat căutam ce în lume n-am găsit, însingurat căutam,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găsesc liniştea, pacea fără de sfârşit, însingurat căutam.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dragostea lui Isus disperarea mi-a oprit, da dragostea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Divina pace acum inima mi-a înnoit prin dragostea lui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Acum cu El</a:t>
            </a:r>
            <a:r>
              <a:rPr b="0" i="0"/>
              <a:t>, </a:t>
            </a:r>
            <a:r>
              <a:rPr b="1" i="0"/>
              <a:t>acum cu El</a:t>
            </a:r>
            <a:r>
              <a:rPr b="0" i="0"/>
              <a:t>, </a:t>
            </a:r>
            <a:r>
              <a:rPr b="0" i="1"/>
              <a:t>sunt fericit</a:t>
            </a:r>
            <a:r>
              <a:rPr b="0" i="0"/>
              <a:t>, </a:t>
            </a:r>
            <a:r>
              <a:rPr b="1" i="0"/>
              <a:t>sunt fericit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sunt 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sunt fericit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cu El poţi ajunge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sfântă şi prin harul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Privesc acum fericit, vindecat de orice rău, privesc acum fericit,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acum fericit, vindecat de orice rău, privesc acum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Murdaru-mi strai ce Isus l-a spălat prin harul Său, privesc acum fericit.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mila Lui m-a cuprins decăzut şi păcătos, cu mila Lui m-a cuprins.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viaţă întreagă-am să spun că doar El, Isus Hristos, cu mila Lui m-a cuprins.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Acum cu El</a:t>
            </a:r>
            <a:r>
              <a:rPr b="0" i="0"/>
              <a:t>, </a:t>
            </a:r>
            <a:r>
              <a:rPr b="1" i="0"/>
              <a:t>acum cu El</a:t>
            </a:r>
            <a:r>
              <a:rPr b="0" i="0"/>
              <a:t>, </a:t>
            </a:r>
            <a:r>
              <a:rPr b="0" i="1"/>
              <a:t>sunt fericit</a:t>
            </a:r>
            <a:r>
              <a:rPr b="0" i="0"/>
              <a:t>, </a:t>
            </a:r>
            <a:r>
              <a:rPr b="1" i="0"/>
              <a:t>sunt fericit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sunt 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sunt fericit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acum cu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cu El poţi ajunge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sfântă şi prin harul lui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