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Ce minunat e să fii într-o familie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 minunat e să fii într-o familie,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Familia sfântă a Domnului Isus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	/: Suntem o familie unită, suntem o familie regală,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/: Suntem o familie unită, suntem o familie regală,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	   Familia care iubeşte, familia Domnului Isus.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Ce minunat e să Te avem ca Tată,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 minunat e să Te avem ca Tată,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Pe Tine, Doamne şi frate pe Isus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	/: Suntem o familie unită, suntem o familie regală,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/: Suntem o familie unită, suntem o familie regală,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	   Familia care iubeşte, familia Domnului Isus.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Ce minunat e când fraţii-s împreună,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 minunat e când fraţii-s împreună,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Duhul Sfânt se revarsă peste ei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	/: Suntem o familie unită, suntem o familie regală,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/: Suntem o familie unită, suntem o familie regală,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	   Familia care iubeşte, familia Domnului Isus.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