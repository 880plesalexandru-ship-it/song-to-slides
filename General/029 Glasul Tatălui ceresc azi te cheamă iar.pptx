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Glasul Tatălui ceresc azi te cheamă 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Glasul Tatălui ceresc azi te cheamă iar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Vino la Domnul Isus!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Celor păcătoşi le dă mântuire-n dar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Vino la Domnul Isus!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	</a:t>
            </a:r>
            <a:r>
              <a:rPr b="0" i="0"/>
              <a:t>Vino, </a:t>
            </a:r>
            <a:r>
              <a:rPr b="1" i="0"/>
              <a:t>vino</a:t>
            </a:r>
            <a:r>
              <a:rPr b="0" i="0"/>
              <a:t>, vino, </a:t>
            </a:r>
            <a:r>
              <a:rPr b="1" i="0"/>
              <a:t>vino</a:t>
            </a:r>
            <a:r>
              <a:rPr b="0" i="0"/>
              <a:t>, nu mai amâna!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</a:t>
            </a:r>
            <a:r>
              <a:rPr sz="4800">
                <a:solidFill>
                  <a:srgbClr val="FFFFFF"/>
                </a:solidFill>
                <a:latin typeface="Calibri"/>
              </a:rPr>
              <a:t>Vino, </a:t>
            </a: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vino, </a:t>
            </a: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nu mai amâna!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Astăzi vino, dă-I inima 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Vino, </a:t>
            </a: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vino, </a:t>
            </a: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nu mai zăbovi!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Fericit cu Isus vei 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Nu fugi de Dumnezeu</a:t>
            </a:r>
            <a:r>
              <a:rPr b="0" i="0"/>
              <a:t>,</a:t>
            </a:r>
            <a:r>
              <a:rPr b="1" i="0"/>
              <a:t> de iubirea Lui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Nu fugi de Dumnezeu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de iubirea Lui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Vino la Domnul Isus!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Astăzi încă mai e har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mâine poate nu-i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Vino la Domnul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	</a:t>
            </a:r>
            <a:r>
              <a:rPr b="0" i="0"/>
              <a:t>Vino, </a:t>
            </a:r>
            <a:r>
              <a:rPr b="1" i="0"/>
              <a:t>vino</a:t>
            </a:r>
            <a:r>
              <a:rPr b="0" i="0"/>
              <a:t>, vino, </a:t>
            </a:r>
            <a:r>
              <a:rPr b="1" i="0"/>
              <a:t>vino</a:t>
            </a:r>
            <a:r>
              <a:rPr b="0" i="0"/>
              <a:t>, nu mai amâna!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</a:t>
            </a:r>
            <a:r>
              <a:rPr sz="4800">
                <a:solidFill>
                  <a:srgbClr val="FFFFFF"/>
                </a:solidFill>
                <a:latin typeface="Calibri"/>
              </a:rPr>
              <a:t>Vino, </a:t>
            </a: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vino, </a:t>
            </a: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nu mai amâna!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Astăzi vino, dă-I inima 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Vino, </a:t>
            </a: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vino, </a:t>
            </a: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nu mai zăbovi!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Fericit cu Isus vei 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Vino azi la crucea Lui cu păcatul tău!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Vino azi la crucea Lui cu păcatul tău!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Vino la Domnul Isus!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Curăţit vei fi deplin prin sângele Său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Vino la Domnul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	</a:t>
            </a:r>
            <a:r>
              <a:rPr b="0" i="0"/>
              <a:t>Vino, </a:t>
            </a:r>
            <a:r>
              <a:rPr b="1" i="0"/>
              <a:t>vino</a:t>
            </a:r>
            <a:r>
              <a:rPr b="0" i="0"/>
              <a:t>, vino, </a:t>
            </a:r>
            <a:r>
              <a:rPr b="1" i="0"/>
              <a:t>vino</a:t>
            </a:r>
            <a:r>
              <a:rPr b="0" i="0"/>
              <a:t>, nu mai amâna!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</a:t>
            </a:r>
            <a:r>
              <a:rPr sz="4800">
                <a:solidFill>
                  <a:srgbClr val="FFFFFF"/>
                </a:solidFill>
                <a:latin typeface="Calibri"/>
              </a:rPr>
              <a:t>Vino, </a:t>
            </a: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vino, </a:t>
            </a: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nu mai amâna!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Astăzi vino, dă-I inima 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Vino, </a:t>
            </a: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vino, </a:t>
            </a:r>
            <a:r>
              <a:rPr b="1" sz="4800">
                <a:solidFill>
                  <a:srgbClr val="FFFFFF"/>
                </a:solidFill>
                <a:latin typeface="Calibri"/>
              </a:rPr>
              <a:t>vino</a:t>
            </a:r>
            <a:r>
              <a:rPr sz="4800">
                <a:solidFill>
                  <a:srgbClr val="FFFFFF"/>
                </a:solidFill>
                <a:latin typeface="Calibri"/>
              </a:rPr>
              <a:t>, nu mai zăbovi!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Fericit cu Isus vei fi.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