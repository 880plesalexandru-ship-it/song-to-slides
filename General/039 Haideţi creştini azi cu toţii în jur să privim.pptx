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Haideţi creştini azi cu toţii în jur să privim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Haideţi creştini azi cu toţii în jur să privim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Care e timpul şi locul în care trăim,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Orişiunde privim azi întâlnim semne vii,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Toate ne spun că Isus va veni.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Milioane de oameni aşteaptă să vină Isus,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Milioane de oameni aşteaptă să vină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Acel ce prin cruce, în lume viaţa-a adus.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Ca şi un rege cu slavă, pe nori va veni,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Cum ne-a promis, Isus din nou va veni.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Astăzi în ţări cari deloc nu vorbeau de Isus,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Astăzi în ţări cari deloc nu vorbeau de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străzi, în parcuri, în şcoli credinţa-a ajuns.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Suntem acum în preajma venirii Domnului,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Toate ne spun că Isus va veni.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Milioane de oameni aşteaptă să vină Isus,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Milioane de oameni aşteaptă să vină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Acel ce prin cruce, în lume viaţa-a adus.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Ca şi un rege cu slavă, pe nori va veni,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Cum ne-a promis, Isus din nou va veni.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Chiar şi păcatul în lume la culme-a ajuns,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Chiar şi păcatul în lume la culme-a ajuns,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Cei depravaţi în locuri de cinste-au ajuns.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pe vremea lui Lot Pământu-i robit de cel rău,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E-aproape să vină pe nori al nost’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Milioane de oameni aşteaptă să vină Isus,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Milioane de oameni aşteaptă să vină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Acel ce prin cruce, în lume viaţa-a adus.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Ca şi un rege cu slavă, pe nori va veni,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Cum ne-a promis, Isus din nou va veni.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