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Binecuvântări mă înconjoară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Binecuvântări mă înconjoară,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Legea Ta cea sfântă o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 în a lui Isus cunoştinţă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Cuvântul lui dumnezeiesc.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 ce sunt</a:t>
            </a:r>
            <a:r>
              <a:rPr b="0" i="0"/>
              <a:t>, </a:t>
            </a:r>
            <a:r>
              <a:rPr b="1" i="0"/>
              <a:t>iată ce sunt</a:t>
            </a:r>
            <a:r>
              <a:rPr b="0" i="0"/>
              <a:t>, </a:t>
            </a:r>
            <a:r>
              <a:rPr b="0" i="1"/>
              <a:t>iată ce am</a:t>
            </a:r>
            <a:r>
              <a:rPr b="0" i="0"/>
              <a:t>, </a:t>
            </a:r>
            <a:r>
              <a:rPr b="1" i="0"/>
              <a:t>iată ce am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 sunt, mă trag din Avraam.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nouă-n dar am dobândit.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Binecuvântat sunt în cetate,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 sunt în cetate,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eu ating este sfinţit,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credinţă sunt în sănătate,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Dumnezeu m-a-mbogăţit.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 ce sunt</a:t>
            </a:r>
            <a:r>
              <a:rPr b="0" i="0"/>
              <a:t>, </a:t>
            </a:r>
            <a:r>
              <a:rPr b="1" i="0"/>
              <a:t>iată ce sunt</a:t>
            </a:r>
            <a:r>
              <a:rPr b="0" i="0"/>
              <a:t>, </a:t>
            </a:r>
            <a:r>
              <a:rPr b="0" i="1"/>
              <a:t>iată ce am</a:t>
            </a:r>
            <a:r>
              <a:rPr b="0" i="0"/>
              <a:t>, </a:t>
            </a:r>
            <a:r>
              <a:rPr b="1" i="0"/>
              <a:t>iată ce am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 sunt, mă trag din Avraam.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nouă-n dar am dobândit.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Binecuvântări sus mă aşteaptă,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Binecuvântări sus mă aşteaptă,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pentru mine-i 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locaş eu ştiu că am în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puteri voi fi acoperit.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Iată ce sunt</a:t>
            </a:r>
            <a:r>
              <a:rPr b="0" i="0"/>
              <a:t>, </a:t>
            </a:r>
            <a:r>
              <a:rPr b="1" i="0"/>
              <a:t>iată ce sunt</a:t>
            </a:r>
            <a:r>
              <a:rPr b="0" i="0"/>
              <a:t>, </a:t>
            </a:r>
            <a:r>
              <a:rPr b="0" i="1"/>
              <a:t>iată ce am</a:t>
            </a:r>
            <a:r>
              <a:rPr b="0" i="0"/>
              <a:t>, </a:t>
            </a:r>
            <a:r>
              <a:rPr b="1" i="0"/>
              <a:t>iată ce am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sunt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iată ce am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 sunt, mă trag din Avraam.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şi prin Hristos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răstignit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nouă-n dar am dobândit.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