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De eşti căzut şi crezi că-n în 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eşti căzut şi crezi că-n în cer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fost dat uitării,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Sau zilnic lupţi cu încercări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greu, tot mai greu,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Sau simţi că-n loc să ieşi la mal,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Vezi doar adâncul mării,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ştii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grija ta, o poartă mereu.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Dumnezeu va lucra, din nou va lucra.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Dumnezeu va lucra, din nou va lucra.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doar stai pe loc, să poţi ca să vezi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Clar mâna 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Oare nu e Dumnezeu Acelaş şi azi ca şi ieri?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Deşi nu şti cum, deşi nu şti când,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din nou va lucra.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El, Dumnezeu ştie-al tău plâns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El, Dumnezeu ştie-al tău plâns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ce adâncă ţi-e rana.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ştie tot ce te-a făcut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ai duhul zdrobit.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Cel Stăpân peste mări,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Soare şi aştrii mii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bunul tău Tată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şi-un uragan va potoli!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Dumnezeu va lucra, din nou va lucra.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Dumnezeu va lucra, din nou va lucra.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doar stai pe loc, să poţi ca să vezi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Clar mâna 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Oare nu e Dumnezeu Acelaş şi azi ca şi ieri?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Deşi nu şti cum, deşi nu şti când,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din nou va lucra.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