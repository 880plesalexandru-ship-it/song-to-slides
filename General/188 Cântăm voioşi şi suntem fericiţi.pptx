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Cântăm voioşi şi suntem fericiţi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Cântăm voioşi şi suntem fericiţi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prin Isus viaţă am primit.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e cu noi, pe El vrem să-L urmăm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De-aceea azi glorie cu toţii să-I cântăm.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Să-I cântăm din inimi „Aleluia!”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Să-I cântăm din inimi „Aleluia!”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iubire noi să Îl urmăm.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Să-I cântăm din inimi osanale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Isus Hristos să-L lăudăm.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orice zi, prin bine şi prin rău,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orice zi, prin bine şi prin rău,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nu mă tem căci El e Dumnezeu.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Stânca mea în fiecare 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Tată bun şi totdeauna pe El voi slăvi.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Să-I cântăm din inimi „Aleluia!”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Să-I cântăm din inimi „Aleluia!”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iubire noi să Îl urmăm.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Să-I cântăm din inimi osanale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Isus Hristos să-L lăudăm.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Iar într-o zi spre ceruri vom pleca,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într-o zi spre ceruri vom pleca,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azi veghem şi calea-I vom urma,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până-atunci în viaţă să-L slăvim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Şi-n veci de veci pe Isus Hristos să-L preamărim.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Să-I cântăm din inimi „Aleluia!”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Să-I cântăm din inimi „Aleluia!”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iubire noi să Îl urmăm.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Să-I cântăm din inimi osanale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Isus Hristos să-L lăudăm.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