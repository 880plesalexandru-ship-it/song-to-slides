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Pe crucea din dealul iubirii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 crucea din dealul iubirii,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 culmea lipsită de flori,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Se stinge făclia iubirii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Privind spre albastrele zări.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Te plânge izvorul din vale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1/3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Te plânge izvorul din vale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Şi raza de soare-n amurg,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Se scutură florile-n cale,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Iar stelele-n nori se ascund.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Ce mulţi au aflat în iubirea-I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Ce mulţi au aflat în iubirea-I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Izvorul de dulci mângâieri,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Dar astăzi privind de pe cruce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Îi caută şi nu-s nicăieri.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Iar mama aleargă la cruce,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Iar mama aleargă la cruce,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Priveşte spre cer suspinând.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locu-I să rabde s-ar duce,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 lemnul de groază murind.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Iar ochii ce-au plâns în grădină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Iar ochii ce-au plâns în grădină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Se-îndreaptă şi-acum rugători,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La Cel ce durerile-alină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Se roagă al meu Salvator: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„Părinte-al iubirii sublime,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„Părinte-al iubirii sublime,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O, iartă cumplitul păcat!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Al Meu duh se-îndreaptă spre Tine,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O, iartă-i căci nu ştiu ce fac!”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