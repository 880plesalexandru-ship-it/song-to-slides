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Fiindcă-atât de mult a iubit Dumnezeu lumea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Mă-ncredinţez în braţul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Nădăjduiesc să fiu pe veci al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inimă eu L-am primit pe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viaţa mea Îi aparţine Lui.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Fiindcă-atât de mult a iubit Dumnezeu lumea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Fiindcă-atât de mult a iubit Dumnezeu lumea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a dat pe singurul Lui Fiu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oricine crede-n El să nu piară,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să aibă viaţă veşnică.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Ştiu, Domnul meu El e-ngăduitor,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Ştiu, Domnul meu El e-ngăduitor,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Ştiu, Domnul meu El este răbdător,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Ştiu, Domnul meu El e prietenos,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Binevoitor, El e nespus de bun.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Fiindcă-atât de mult a iubit Dumnezeu lumea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Fiindcă-atât de mult a iubit Dumnezeu lumea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a dat pe singurul Lui Fiu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oricine crede-n El să nu piară,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să aibă viaţă veşnică.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 este momentul potrivit,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este momentul potrivit,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Întoarceţi-vă ca să fiţi primiţi,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la Domnul, în El veţi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Alegeţi-vă viaţa veşnică.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Fiindcă-atât de mult a iubit Dumnezeu lumea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Fiindcă-atât de mult a iubit Dumnezeu lumea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a dat pe singurul Lui Fiu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oricine crede-n El să nu piară,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să aibă viaţă veşnică.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