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Veniţi să vedeţi roadele de pe câmp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să vedeţi roadele de pe câmp,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al culesului timp.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să vedeţi iarăşi Domnul ne-a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toamnă cu rod bogat.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Veniţi pe câmp să îngenunchem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pe câmp să îngenunchem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Domnului să Îi mulţumim!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toţi pe câmp să îngenunchem,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Domnului să-I mulţumim!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Veniţi să vedeţi roadele în grădini,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să vedeţi roadele în grădini,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stau fructele în pomi.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să vedeţi iarăşi Domnul ne-a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toamnă cu rod bogat.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Veniţi în grădini să îngenunchem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în grădini să îngenunchem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Domnului să Îi mulţumim!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în grădini să îngenunchem,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Domnului să-I mulţumim!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