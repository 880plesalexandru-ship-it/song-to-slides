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Linişte pe-întreg Pământul, solul trimis răstoarnă piatra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Linişte pe-întreg Pământul, solul trimis răstoarnă piatra,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Doar natura se trezeşte, Prinţul ei aduce viaţa.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Omul zace în ştiinţa ce-i orbită de-ntuneric,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 uitat făgăduinţa, ziua sfântă-a învierii.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„A-nviat Isus Hristos!” răsună vântul,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„A-nviat Isus Hristos!” răsună vântul,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Zorii spun „Nu e aici, e gol mormântul”.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Cântă corul slavei azi pe-întreg Pământul,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Domnul este Împărat, s-a-mplinit Cuvântul.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Soarele din nou luceşte în întinderea senină,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Soarele din nou luceşte în întinderea senină,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grădină frăgezeşte şi smochinul în lumină.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Omu-aleargă, caută calea, piatra-i dată la o parte,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Inima-i doreşte-acuma adevărul şi viaţa.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„A-nviat Isus Hristos!” răsună vântul,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„A-nviat Isus Hristos!” răsună vântul,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Zorii spun „Nu e aici, e gol mormântul”.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Cântă corul slavei azi pe-întreg Pământul,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Domnul este Împărat, s-a-mplinit Cuvântul.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Om, natură împreună laudă a Sa-nviere,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Om, natură împreună laudă a Sa-nviere,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 trecut orice furtună, este viu acel ce crede.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Biruind prin moarte sfântă şi păcat şi-orice durere,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Domnul vieţii cheamă încă: „Vin’ să-ţi dau a Mea-nviere!”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„A-nviat Isus Hristos!” răsună vântul,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„A-nviat Isus Hristos!” răsună vântul,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Zorii spun „Nu e aici, e gol mormântul”.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Cântă corul slavei azi pe-întreg Pământul,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Domnul este Împărat, s-a-mplinit Cuvântul.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