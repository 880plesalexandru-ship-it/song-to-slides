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O, ce bine mă simt cu aleşii Domnului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plăcut şi ce frumos e poporul lui Hristos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pe Domnul ei Îl laudă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e loc mai fericit ca acel unde-ai găsit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toţi sfinţii ce-mpreună s-au unit.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O, ce bine mă simt cu aleşii Domnului,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O, ce bine mă simt cu aleşii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Poporul minunat.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Strălucesc feţele, cântă adunarea,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 stă şi-ascultă cântarea.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bine mă simt cu aleşii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popor, ce popor minunat!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ce zi atunci va fi când pe nori El va veni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zi atunci va fi când pe nori El va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slava Lui pe veci ne va uni.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Lângă El ne-om aduna şi cântând Îl vom lăuda,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Împreună fericiţi cu El vom 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O, ce bine mă simt cu aleşii Domnului,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O, ce bine mă simt cu aleşii Domnului,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Poporul minunat.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Strălucesc feţele, cântă adunarea,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Cerul stă şi-ascultă cântarea.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bine mă simt cu aleşii Domnului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ce popor, ce popor minunat!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