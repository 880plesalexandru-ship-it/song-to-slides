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4612112" cy="82113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777472" y="9144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t>Se cuvine să Te laud, Domnul meu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1/4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Se cuvine să Te laud, Domnul meu,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Se cuvine să Te laud tot mereu.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/: Sunt dator şi se cuvine, cine altul decât Tine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/: Sunt dator şi se cuvine, cine altul decât Tine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   M-a iubit şi mă iubeşte tot mereu. :/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Zi de zi vreau să Te laud, Domnul meu,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2/4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Zi de zi vreau să Te laud, Domnul meu,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Zi de zi vreau să Te laud, tot mereu.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/: Sunt dator şi se cuvine, cine altul decât Tine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/: Sunt dator şi se cuvine, cine altul decât Tine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   M-a iubit şi mă iubeşte tot mereu. :/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În tot timpul să Te laud, Domnul meu,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3/4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În tot timpul să Te laud, Domnul meu,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În tot locul să Te laud, tot mereu.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/: Sunt dator şi se cuvine, cine altul decât Tine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/: Sunt dator şi se cuvine, cine altul decât Tine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   M-a iubit şi mă iubeşte tot mereu. :/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Se cuvine să Te laud, Domnul meu,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4/4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Se cuvine să Te laud, Domnul meu,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Sunt dator ca să Te laud tot mereu.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/: Sunt dator şi se cuvine, cine altul decât Tine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/: Sunt dator şi se cuvine, cine altul decât Tine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   M-a iubit şi mă iubeşte tot mereu. :/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