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Tată, noi vrem ca slava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Tată, noi vrem ca slava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poată fi văzută-n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Inimile noastre să devină doar o inimă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Şi-atunci lumea va şti, că Isus este Domn.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Fă-ne doar un glas, ce-Ţi înalţă Numele!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Fă-ne doar un glas, ce-Ţi înalţă Numele!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Fă-ne doar un glas, ce Te preamăreşte!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Fă-ne doar un glas, un gând şi-o inimă!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Leagă-ne pe toţi împreună!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