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Cuvinte eu nu am de-ajuns să Îţi mulţumesc azi nespus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Cuvinte eu nu am de-ajuns să Îţi mulţumesc azi nespus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De dragostea ce Te-a adus să mori pentru mine, Isus.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Mai spune-mi, mai spune-mi ceva, Isuse, de dragostea Ta,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Mai spune-mi, mai spune-mi ceva, Isuse, de dragostea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Cum dus-ai povara mea grea şi viaţa Ţi-ai dat pentru-a mea.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Mai spune-mi de biciul roman, mai spune-mi de chinul amar,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Mai spune-mi de biciul roman, mai spune-mi de chinul amar,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De palmele ce Ţi s-au dat, Isus, pentru greu-mi păcat.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Mai spune-mi, mai spune-mi ceva, Isuse, de dragostea 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Mai spune-mi, mai spune-mi ceva, Isuse, de dragostea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Cum dus-ai povara mea grea şi viaţa Ţi-ai dat pentru-a mea.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Mai spune-mi cum toţi Te-au lăsat când oamenii Te-au condamnat,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Mai spune-mi cum toţi Te-au lăsat când oamenii Te-au condamnat,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Cum toţi de departe-au privit pe cruce când Te-au răstignit.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Mai spune-mi, mai spune-mi ceva, Isuse, de dragostea Ta,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Mai spune-mi, mai spune-mi ceva, Isuse, de dragostea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Cum dus-ai povara mea grea şi viaţa Ţi-ai dat pentru-a mea.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Mai spune-mi cum Tu ai strigat „O, iartă-i căci nu ştiu ce fac!”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Mai spune-mi cum Tu ai strigat „O, iartă-i căci nu ştiu ce fac!”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Cu drag Tu m-ai răscumpărat, eu nu vreau să uit niciodat’.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Mai spune-mi, mai spune-mi ceva, Isuse, de dragostea Ta,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Mai spune-mi, mai spune-mi ceva, Isuse, de dragostea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Cum dus-ai povara mea grea şi viaţa Ţi-ai dat pentru-a mea.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