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 mântuit, sunt mântuit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Sunt mântuit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sunt mântuit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Prin jertfa 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prin jertfa Lui</a:t>
            </a:r>
            <a:r>
              <a:rPr sz="4800">
                <a:solidFill>
                  <a:srgbClr val="FFFFFF"/>
                </a:solidFill>
                <a:latin typeface="Calibri"/>
              </a:rPr>
              <a:t>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Sunt mântuit prin jertfa Lui şi bucuros o spun oricui,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Sângele Lui m-a curăţit, sunt mântuit!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Isus e al meu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 e al meu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Mi-e Salvator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mi-e Salvator</a:t>
            </a:r>
            <a:r>
              <a:rPr sz="4800">
                <a:solidFill>
                  <a:srgbClr val="FFFFFF"/>
                </a:solidFill>
                <a:latin typeface="Calibri"/>
              </a:rPr>
              <a:t>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Isus e al meu mi-e Salvator, cu viaţa mea Îi sunt dator,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Sângele Lui m-a curăţit, sunt mântuit!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El vine iar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vine iar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Din cer la noi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din cer la noi</a:t>
            </a:r>
            <a:r>
              <a:rPr sz="4800">
                <a:solidFill>
                  <a:srgbClr val="FFFFFF"/>
                </a:solidFill>
                <a:latin typeface="Calibri"/>
              </a:rPr>
              <a:t>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El vine iar din cer la noi cu strălucirea lumii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Sângele Lui m-a curăţit, sunt mântuit!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</a:t>
            </a:r>
            <a:r>
              <a:rPr i="1" sz="4800">
                <a:solidFill>
                  <a:srgbClr val="FFFFFF"/>
                </a:solidFill>
                <a:latin typeface="Calibri"/>
              </a:rPr>
              <a:t>Ce bine-i 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bine-i 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</a:t>
            </a:r>
            <a:r>
              <a:rPr i="1" sz="4800">
                <a:solidFill>
                  <a:srgbClr val="FFFFFF"/>
                </a:solidFill>
                <a:latin typeface="Calibri"/>
              </a:rPr>
              <a:t>Tot cu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tot cu Isus</a:t>
            </a:r>
            <a:r>
              <a:rPr sz="4800">
                <a:solidFill>
                  <a:srgbClr val="FFFFFF"/>
                </a:solidFill>
                <a:latin typeface="Calibri"/>
              </a:rPr>
              <a:t>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Ce bine-i sus tot cu Isus unde e soare fără apus,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Acum cu El, atunci la fel, ce bine-i sus!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