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Venim în a Ta prezenţă cu toţi să Îţi cântăm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Venim în a Ta prezenţă cu toţi să Îţi cântăm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cântec de mărire şi venim să ne-nchinăm.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Ne-ai dat o viaţă nouă să putem să Te iubim,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Venim cu mulţumire, o, Doamne, Te iubim.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Tu eşti Tatăl creaţiunii,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eşti Tatăl creaţiunii,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Mielul Sfânt ce-ai înviat,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Eşti singurul ce-ai biruit şi mormântu-ai lepădat.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pe toţi ne-ai eliberat de la moarte şi ne-ai dat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Libertate să venim, ca-n prezenţa Ta să fim.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