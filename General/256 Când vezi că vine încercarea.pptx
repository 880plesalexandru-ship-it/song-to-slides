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vezi că vine încercarea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că vine încercarea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 apasă-ngrijorarea,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norii negri se ridică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cădea, nu-ţi fie frică!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Domnul e de partea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Domnul e de partea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mână El te va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necazuri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cu Isus vei birui.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valuri bat în barca vieţii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valuri bat în barca vieţii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eşti pe mare-n toiul nopţii,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ţărmul e de neajuns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te-nfrica, nu fi răpus!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Domnul e de partea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Domnul e de partea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mână El te va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necazuri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cu Isus vei birui.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munţi şi dealuri vor apare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munţi şi dealuri vor apare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n-o să ai nicio scăpare,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că greu-i tot mai greu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Priveşte doar la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Domnul e de partea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Domnul e de partea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mână El te va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necazuri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cu Isus vei birui.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