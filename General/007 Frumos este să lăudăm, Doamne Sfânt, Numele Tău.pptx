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Frumos este să lăudăm, Doamne Sfânt, Numele Tău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Frumos este să lăudăm, Doamne Sfânt, Numele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Toată ziua bunătatea Ta slăvind,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ne înveseleşti cu lucrările Tale,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Dându-ne libertate să Te lăudăm.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frumos, ce frumos este-a cânta şi-a lăuda,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frumos, ce frumos este-a cânta şi-a lăuda,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bunătatea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bine este,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lăuda Numele Tău este frumos.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Cei sădiţi în casa Ta sunt ca cedrii din Liban,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Cei sădiţi în casa Ta sunt ca cedrii din Liban,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Înverzesc închişi în curţile Tale.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Tu, Doamne, eşti-nălţat, de mărire-nconjurat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toţi cei ce fac răul sunt nimiciţi.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frumos, ce frumos este-a cânta şi-a lăuda,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frumos, ce frumos este-a cânta şi-a lăuda,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bunătatea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bine este,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lăuda Numele Tău este frumos.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Ochii mei îşi vor vedea împlinită dorinţa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Ochii mei îşi vor vedea împlinită dorinţa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Faţă de vrăjmaşul care va căuta,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Punând în cale crucea, să ne-ncerce credinţa,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 la ai Tăi le dai biruinţa.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frumos, ce frumos este-a cânta şi-a lăuda,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frumos, ce frumos este-a cânta şi-a lăuda,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bunătatea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bine este,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lăuda Numele Tău este frumos.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