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Ce har, El Fiul Şi-a dat. /x3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 </a:t>
            </a:r>
            <a:r>
              <a:rPr b="1" sz="4800">
                <a:solidFill>
                  <a:srgbClr val="FFFFFF"/>
                </a:solidFill>
                <a:latin typeface="Calibri"/>
              </a:rPr>
              <a:t>Ce har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El Fiul Şi-a dat.</a:t>
            </a:r>
            <a:r>
              <a:rPr sz="4800">
                <a:solidFill>
                  <a:srgbClr val="FFFFFF"/>
                </a:solidFill>
                <a:latin typeface="Calibri"/>
              </a:rPr>
              <a:t>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Ce har, ce har, El Fiul Şi-a dat! :/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 </a:t>
            </a:r>
            <a:r>
              <a:rPr b="1" sz="4800">
                <a:solidFill>
                  <a:srgbClr val="FFFFFF"/>
                </a:solidFill>
                <a:latin typeface="Calibri"/>
              </a:rPr>
              <a:t>Ce har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pe cruce-a murit.</a:t>
            </a:r>
            <a:r>
              <a:rPr sz="4800">
                <a:solidFill>
                  <a:srgbClr val="FFFFFF"/>
                </a:solidFill>
                <a:latin typeface="Calibri"/>
              </a:rPr>
              <a:t>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Ce har, ce har, pe cruce-a murit! :/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 </a:t>
            </a:r>
            <a:r>
              <a:rPr b="1" sz="4800">
                <a:solidFill>
                  <a:srgbClr val="FFFFFF"/>
                </a:solidFill>
                <a:latin typeface="Calibri"/>
              </a:rPr>
              <a:t>Ce har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din morţi a înviat.</a:t>
            </a:r>
            <a:r>
              <a:rPr sz="4800">
                <a:solidFill>
                  <a:srgbClr val="FFFFFF"/>
                </a:solidFill>
                <a:latin typeface="Calibri"/>
              </a:rPr>
              <a:t>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Ce har, ce har, din morţi a înviat! :/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 </a:t>
            </a:r>
            <a:r>
              <a:rPr b="1" sz="4800">
                <a:solidFill>
                  <a:srgbClr val="FFFFFF"/>
                </a:solidFill>
                <a:latin typeface="Calibri"/>
              </a:rPr>
              <a:t>Ce har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El vine iar.</a:t>
            </a:r>
            <a:r>
              <a:rPr sz="4800">
                <a:solidFill>
                  <a:srgbClr val="FFFFFF"/>
                </a:solidFill>
                <a:latin typeface="Calibri"/>
              </a:rPr>
              <a:t>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Ce har, ce har, El vine iar. :/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 </a:t>
            </a:r>
            <a:r>
              <a:rPr b="1" sz="4800">
                <a:solidFill>
                  <a:srgbClr val="FFFFFF"/>
                </a:solidFill>
                <a:latin typeface="Calibri"/>
              </a:rPr>
              <a:t>Ce har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Aleluia!</a:t>
            </a:r>
            <a:r>
              <a:rPr sz="4800">
                <a:solidFill>
                  <a:srgbClr val="FFFFFF"/>
                </a:solidFill>
                <a:latin typeface="Calibri"/>
              </a:rPr>
              <a:t>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Ce har, ce har, Aleluia!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