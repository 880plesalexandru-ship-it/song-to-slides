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Vreau să-ţi spun, amice, cum demult pe-o cruce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să-ţi spun, amice, cum demult pe-o cruce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Bunul nostru Salvator muri.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Fruntea-I era-nsângerată, inima nevinovată,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pe tine Isus te-a iubit.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Isus te va conduce acasă, </a:t>
            </a:r>
            <a:r>
              <a:rPr b="1" i="0"/>
              <a:t>acasă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te va conduce acasă, </a:t>
            </a:r>
            <a:r>
              <a:rPr b="1" sz="4800">
                <a:solidFill>
                  <a:srgbClr val="FFFFFF"/>
                </a:solidFill>
                <a:latin typeface="Calibri"/>
              </a:rPr>
              <a:t>acasă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ia-ţi crucea şi te du cu 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Vei avea bucurie deplină, </a:t>
            </a:r>
            <a:r>
              <a:rPr b="1" sz="4800">
                <a:solidFill>
                  <a:srgbClr val="FFFFFF"/>
                </a:solidFill>
                <a:latin typeface="Calibri"/>
              </a:rPr>
              <a:t>plină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Şi-n inimă vei avea din pacea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Înţelege azi, amice, că Cel ce muri pe cruce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Înţelege azi, amice, că Cel ce muri pe cruce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 să fii pe veci răscumpărat.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Vino azi la Domnul tău, te primeşte dragul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Vino azi la El să fii salvat!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Isus te va conduce acasă, </a:t>
            </a:r>
            <a:r>
              <a:rPr b="1" i="0"/>
              <a:t>acasă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te va conduce acasă, </a:t>
            </a:r>
            <a:r>
              <a:rPr b="1" sz="4800">
                <a:solidFill>
                  <a:srgbClr val="FFFFFF"/>
                </a:solidFill>
                <a:latin typeface="Calibri"/>
              </a:rPr>
              <a:t>acasă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ia-ţi crucea şi te du cu 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Vei avea bucurie deplină, </a:t>
            </a:r>
            <a:r>
              <a:rPr b="1" sz="4800">
                <a:solidFill>
                  <a:srgbClr val="FFFFFF"/>
                </a:solidFill>
                <a:latin typeface="Calibri"/>
              </a:rPr>
              <a:t>plină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Şi-n inimă vei avea din pacea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Miel pierdut din turmă spune pân’ la urmă: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Miel pierdut din turmă spune pân’ la urmă: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„Domnul meu eu Te primesc acum.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Ia-mă dar pe braţul Tău, iartă şi păcatul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Căci cu Tine vreau să fiu în rai.”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Isus te va conduce acasă, </a:t>
            </a:r>
            <a:r>
              <a:rPr b="1" i="0"/>
              <a:t>acasă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te va conduce acasă, </a:t>
            </a:r>
            <a:r>
              <a:rPr b="1" sz="4800">
                <a:solidFill>
                  <a:srgbClr val="FFFFFF"/>
                </a:solidFill>
                <a:latin typeface="Calibri"/>
              </a:rPr>
              <a:t>acasă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ia-ţi crucea şi te du cu 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Vei avea bucurie deplină, </a:t>
            </a:r>
            <a:r>
              <a:rPr b="1" sz="4800">
                <a:solidFill>
                  <a:srgbClr val="FFFFFF"/>
                </a:solidFill>
                <a:latin typeface="Calibri"/>
              </a:rPr>
              <a:t>plină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Şi-n inimă vei avea din pacea 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