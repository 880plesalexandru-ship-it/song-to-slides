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calea aspră-a vieţii să laşi o dâră fină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calea aspră-a vieţii să laşi o dâră fină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aurul virtuţii, din sfânta lui lumină.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Eu sunt chemat, tu eşti chemat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Eu sunt chemat, tu eşti chemat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fim creştini cu-adevărat.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mâinii ce-ţi loveşte a vieţii tale floare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mâinii ce-ţi loveşte a vieţii tale floare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laşi parfumul dulce ca dar spre-nviorare.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Eu sunt chemat, tu eşti chemat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Eu sunt chemat, tu eşti chemat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fim creştini cu-adevărat.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celui ce-ţi aduce a clevetirii piatră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celui ce-ţi aduce a clevetirii piatră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Dă-i pâinea rugăciunii şi-a dragostei ce iartă.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Eu sunt chemat, tu eşti chemat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Eu sunt chemat, tu eşti chemat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fim creştini cu-adevărat.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numai când cu bine răspunzi la rău în toate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numai când cu bine răspunzi la rău în toate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ta oriunde să biruiască poate.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Eu sunt chemat, tu eşti chemat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Eu sunt chemat, tu eşti chemat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fim creştini cu-adevărat.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Atunci duci mântuirea cu-adevărat prin lume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duci mântuirea cu-adevărat prin lume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astfel porţi cu cinste al Domnului Sfânt Nume.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Eu sunt chemat, tu eşti chemat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Eu sunt chemat, tu eşti chemat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fim creştini cu-adevărat.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