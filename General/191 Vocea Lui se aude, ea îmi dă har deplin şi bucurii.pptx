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Vocea Lui se aude, ea îmi dă har deplin şi bucurii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Să-ntâlnesc pe Domnul meu când am nevoie,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genunchi în rugăciune-L voi căuta.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prin Duhul Său cel Sfânt îmi va răspunde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oricând vocea Lui voi asculta.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Vocea Lui se aude, ea îmi dă har deplin şi bucurii,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Vocea Lui se aude, ea îmi dă har deplin şi bucurii,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vocea care-mi dă siguranţă şi o voi asculta zi de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Vocea Lui e un turn tare şi puternic,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Vocea Lui e un turn tare şi puternic,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 desprins de tot ce e pământesc.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vorbeşte vântului, mării-nvolburate,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aud vocea Lui mă liniştesc.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Vocea Lui se aude, ea îmi dă har deplin şi bucurii,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Vocea Lui se aude, ea îmi dă har deplin şi bucurii,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vocea care-mi dă siguranţă şi o voi asculta zi de zi.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