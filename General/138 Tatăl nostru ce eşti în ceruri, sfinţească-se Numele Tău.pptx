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Tatăl nostru ce eşti în ceruri, sfinţească-se Numele Tău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Tatăl nostru ce eşti în ceruri, sfinţească-se Numele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voia Ta să se facă,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Precum în cer şi pe Pământ, sfinţească-se Numele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dă-ne nouă pâinea azi,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 iartă greşelile,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şi noi iertăm altora,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ne lăsa duşi în ispită,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izbăveşte de-orice rău,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C-a Ta este Împărăţia, slava şi gloria,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de veci, în veci de veci,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Amin, Amin, aşa să fie,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Amin, Amin, Amin, Amin,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Sfinţească-se Numele Tău.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