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Splendori divine lăsat-a, ştiind destinul tău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Splendori divine lăsat-a, ştiind destinul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pe crucea de la Golgota, sus pe lemn viaţa El Şi-a dat.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De nu ne-ar iubi marea s-ar usca,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nu ne-ar iubi marea s-ar usca,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N-ar fi stele pe cer, păsări nu ar zbura.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nu ne-ar iubi marea s-ar usca,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fi veşnic hoinari de nu ne-ar iubi.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Străini de Tatăl din ceruri pe lume-am rătăcit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Străini de Tatăl din ceruri pe lume-am rătăcit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Isus cu braţe deschise în casa Lui ne-a primit.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De nu ne-ar iubi marea s-ar usca,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nu ne-ar iubi marea s-ar usca,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N-ar fi stele pe cer, păsări nu ar zbura.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nu ne-ar iubi marea s-ar usca,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Isus ne-a iubit, pentru noi S-a jertfit.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