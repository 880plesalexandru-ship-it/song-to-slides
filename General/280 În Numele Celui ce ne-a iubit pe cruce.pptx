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Numele Celui ce ne-a iubit pe cruce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Numele Celui ce ne-a iubit pe cruce,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Numele Fiului Tău ne închinăm.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Suntem aici, n-avem ce-Ţi spune, vrem să fim fiii Tăi în lume,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Vrem glorie şi-onoare-n veci ca să Îți dăm.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rog, să-Ţi mai reverşi spre noi puţină milă,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Rugăm să Te mai înduri de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Că binele-i făcut din silă, lumea Ţi-a devenit ostilă,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Iar Tu ai spus c-ai să vii în curând.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de-am putea să ne ducem iar aievea,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noi Tu ai investit de la-nceput.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De ne-ar lega pământul, legea, noi în Hristos ne-am pus nădejdea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Şi credem în Tatăl, Fiul şi Duhul Sfânt.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