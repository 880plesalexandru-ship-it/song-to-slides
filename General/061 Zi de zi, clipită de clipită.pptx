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Zi de zi, clipită de clipită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de zi, clipită de clipită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primesc sfinte puteri de 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înving mereu orice ispită,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 condus de-al meu iubit Isus.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El ce-întrece orice bunătate,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ce-întrece orice bunătate,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Îmi dă zilnic tot ce-are mai bun.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 convins că Domnul ştie toate,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Lui mă-nchin şi mă supun.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 de zi El însuşi mă-nsoţeşte,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de zi El însuşi mă-nsoţeşte,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Paşii-mi poartă în chip minunat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Şi-astfel orice rău ce-asupra-mi vine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Spre-al meu bine va fi preschimbat.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El Cel ce este atotputernic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Cel ce este atotputernic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 păzeşte cu sfânt braţul Său.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Mă-ncred în Cuvântul Său cel veşnic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Şi-L urmez voios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Mă ajută-n orice încercare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ajută-n orice încercare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mă-ncred ferm în Cuvântul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pierd dulcea mângâiere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Ce-o primesc mereu la sânul Tău.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Mă ajută ca orice durere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 ajută ca orice durere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S-o primesc ca şi din mâna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Ceas cu ceas, purtat de-a Ta putere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Pân’ ajung în ţara mea.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