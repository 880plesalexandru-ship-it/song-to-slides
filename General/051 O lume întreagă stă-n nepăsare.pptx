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lume întreagă stă-n nepăsare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lume întreagă stă-n nepăsare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caută adăpost când vine o-ncercare,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ceasul cel bun e stăpână pe toate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Domnul îi vorbeşte i-e frică de moarte,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Da, eu nu mă tem chiar dacă cei din jur mă părăsesc.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chiar dacă cei din jur mă părăsesc.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orice-ar veni.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e-n mâna Celui ce-a murit pe lemn,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mine Îl chem şi eu nu mă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Ades’ vine-ncercarea năvalnic ca marea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Ades’ vine-ncercarea năvalnic ca marea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norii negri grabnic întunecă zarea,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spulberă gândul şi orice speranţă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nici măcar o clipă nu mai e siguranţă,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Da, eu nu mă tem chiar dacă cei din jur mă părăsesc.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chiar dacă cei din jur mă părăsesc.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orice-ar veni.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e-n mâna Celui ce-a murit pe lemn,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mine Îl chem şi eu nu mă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oamenii cei răi mă-nconjoară cu ură,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oamenii cei răi mă-nconjoară cu ură,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cupa lor să-mi dea să beau o picătură,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Domnul meu trec biruitor peste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apă şi din foc să mă scape El poate,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eu nu mă tem, dar eu nu mă 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Da, eu nu mă tem chiar dacă cei din jur mă părăsesc.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chiar dacă cei din jur mă părăsesc.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Da, eu nu mă tem orice-ar veni.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e-n mâna Celui ce-a murit pe lemn,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mine Îl chem şi eu nu mă 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