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Tu eşti izvorul vieţii mele! O, Doamne, eşti tăria mea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izvorul vieţii mele! O, Doamne, eşti tăria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Tu-mi dai voinţă şi putere, să-Ţi cânt din toată inima.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aripa ce mă poartă, Tu-mi eşti odihna din adânc,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mă ridici pe stânca-naltă, la care nu pot să ajung!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Eu cânt Aleluia, Aleluia, Aleluia.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Eu cânt Aleluia, Aleluia, Aleluia.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dai un sens trăirii mele, Tu mă-împlineşti în tot ce fac,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dai un sens trăirii mele, Tu mă-împlineşti în tot ce fac,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mă ajuţi în clipe grele, iubind să rabd, să lupt, să tac.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Cuvântul Tău e pâinea vieţii, Tu-mi dai lumină zi de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chiar de trec prin valea morţii, eu nu mă tem orice-ar veni!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Eu cânt Aleluia, Aleluia, Aleluia.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Eu cânt Aleluia, Aleluia, Aleluia.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Isuse-n mila Ta cea mare, Tu, Soarele din înălţimi,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Isuse-n mila Ta cea mare, Tu, Soarele din înălţimi,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coborât să-mi dai iertare, să mă ridici să mă-nsenini.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Trăiesc o stare minunată, cu Tine-n inimă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Şi-aş vrea să ştie lumea toată, că Tu eşti Dumnezeul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Eu cânt Aleluia, Aleluia, Aleluia. :/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Eu cânt Aleluia, Aleluia, Aleluia.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