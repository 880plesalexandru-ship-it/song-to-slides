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Departe eşti încă curată fecioară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Departe eşti încă curată fecioară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Şi ape şi codri şi munţi te-nconjoară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Şi munca-ndelungă te ţine, te ţine,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Iar dulcele Mire nu vine, nu vine.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Mai coase, mai ţese, mai cântă, mai plânge,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Mai coase, mai ţese, mai cântă, mai plânge,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Mai-ai încă puţine podoabe a strânge.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Puţine suspine şi tot mai puţine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Căci dulcele Mire grăbeşte spre tine.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1" i="0"/>
              <a:t>Departe eşti încă şi noaptea-i târzie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Departe eşti încă şi noaptea-i târzie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Şi candela-ţi arde în casa pustie.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Şi grea-i aşteptarea şi lacrima-ţi vine,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Dar dulcele Mire grăbeşte spre tine.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Mai coase, mai ţese, mai cântă, mai plânge,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Mai coase, mai ţese, mai cântă, mai plânge,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Mai-ai încă puţine podoabe a strânge.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Puţine suspine şi tot mai puţine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Căci dulcele Mire grăbeşte spre tine.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1" i="0"/>
              <a:t>Azi orice iubire din urmă-ţi dispare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Azi orice iubire din urmă-ţi dispare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Doar una-i aprinsă şi scumpă şi mare.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Şi zidul te-apasă şi lanţul te ţine,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Dar dulcele Mire gândeşte la tine.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Mai coase, mai ţese, mai cântă, mai plânge,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Mai coase, mai ţese, mai cântă, mai plânge,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Mai-ai încă puţine podoabe a strânge.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Puţine suspine şi tot mai puţine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Căci dulcele Mire grăbeşte spre tine.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1" i="0"/>
              <a:t>Mai greu trec ca anii azi clipele tale,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Mai greu trec ca anii azi clipele tale,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Priveşti sus în zare, departe pe cale,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Tresari când se-aude un pas care vine,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Dar dulcele Mire grăbeşte spre tine.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Mai coase, mai ţese, mai cântă, mai plânge,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Mai coase, mai ţese, mai cântă, mai plânge,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Mai-ai încă puţine podoabe a strânge.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Puţine suspine şi tot mai puţine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Căci dulcele Mire grăbeşte spre tine.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1" i="0"/>
              <a:t>Aşteaptă mai încă, puţină-aşteptare,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5/5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Aşteaptă mai încă, puţină-aşteptare,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Puţină veghere, puţină răbdare.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Dar până când oare acestea vor ţine?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Iar dulcele Mire nu vine, nu vine.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Mai coase, mai ţese, mai cântă, mai plânge,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Mai coase, mai ţese, mai cântă, mai plânge,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Mai-ai încă puţine podoabe a strânge.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Puţine suspine şi tot mai puţine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Căci dulcele Mire grăbeşte spre tine.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