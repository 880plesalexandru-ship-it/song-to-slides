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Dacă stai sub ocrotirea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stai sub ocrotirea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Celui Preaînalt, la umbra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Zici despre Domnul „El mi-e scăparea,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meu, în care mă-ncred.”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 mie să cadă alături de tine,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 mie să cadă alături de tine,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zece mii la dreapta ta de vor cădea,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ochii priveşte să vezi răsplătirea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 celui rău, doar harul Său te va salva.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 nu te temi nici de săgeata,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 te temi nici de săgeata,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nici de groaza din întuneric,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El te ascunde sub aripa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pavăză este credincioşia 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 mie să cadă alături de tine,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 mie să cadă alături de tine,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zece mii la dreapta ta de vor cădea,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ochii priveşte să vezi răsplătirea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 celui rău, doar harul Său te va salva.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Pentru că zici „El e-adăpostul”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că zici „El e-adăpostul”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faci din El scăparea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Nenorocirea şi nici urgia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cortul tău nu se va-apropia.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 mie să cadă alături de tine,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 mie să cadă alături de tine,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zece mii la dreapta ta de vor cădea,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ochii priveşte să vezi răsplătirea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 celui rău, doar harul Său te va salva.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