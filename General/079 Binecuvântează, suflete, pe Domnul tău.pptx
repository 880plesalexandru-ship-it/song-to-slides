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Binecuvântează, suflete, pe Domnul tău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Binecuvântează, suflete, pe Domnul tău,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uita niciuna din binefacerile 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Căci El îţi iartă făr’delegea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Îndurare-n dar îţi dă şi-n veci mântuirea.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