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 cântăm de bucurie, am biruit prin braţul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cântăm de bucurie, am biruit prin braţul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ne-a scăpat prin credinţă, slava să fie doar 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 Lui. /x3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biruit în Numele lui Isus,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biruit în Numele lui Isus,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   	Până-aici El ne-a ajutat,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	Până-aici El ne-a ajutat,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	Ne-îndreptăm privirea noastră-n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	Să-L slăvim pe-al nostru Împărat.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biruit în Numele lui Isus,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biruit în Numele lui Isus,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Vrem să nu uităm nicicând de Domnul, ne-încetat doar bine ne-a făcut,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Vrem să nu uităm nicicând de Domnul, ne-încetat doar bine ne-a făcut,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 scăpat şi de jugul robiei, slavă doar Regelui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 Lui. /x3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biruit în Numele lui Isus,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biruit în Numele lui Isus,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Ne-amintim de-atâtea momente, când firul vieţii ne-a mai fost lungit,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Ne-amintim de-atâtea momente, când firul vieţii ne-a mai fost lungit,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când mulţi au parte de durere, Dumnezeu pe noi ne-a păzit,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 Lui. /x3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biruit în Numele lui Isus,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biruit în Numele lui Isus,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