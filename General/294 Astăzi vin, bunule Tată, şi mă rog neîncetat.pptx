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vin, bunule Tată, şi mă rog neîncetat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vin, bunule Tată, şi mă rog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 pocăiesc m-ajută, o, Isus cu adevărat.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Fă să se cunoască, Doamne, o schimbare-n viaţa mea,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să se cunoască, Doamne, o schimbare-n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Faţa mea să radieze de iubirea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ca dragostea-Ţi, Isuse, să reflecte-n viaţa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încercări şi-n suferinţă să-mi dai pacea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Dă-mi putere ca prin toate să îmi ţin privirea 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Dă-mi putere ca prin toate să îmi ţin privirea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Aţintită pân’ la moarte la Golgota, la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Fă să se cunoască, Doamne, o schimbare-n viaţa mea,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să se cunoască, Doamne, o schimbare-n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Faţa mea să radieze de iubirea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ca dragostea-Ţi, Isuse, să reflecte-n viaţa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încercări şi-n suferinţă să-mi dai pacea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