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Ştii tu ce port în pieptul meu? Pace, fericire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Ştii tu ce port în pieptul meu? Pace, fericire.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Mi-e şters păcatul cel mai greu. Pace, fericire.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Izvor de pace e Domnul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Izvor de pace e Domnul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Pace, pace, fericire.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Tot mai sus îmi iau zborul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Către Domnul meu.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La cruce-n sânge am găsit. Pace, fericire.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cruce-n sânge am găsit. Pace, fericire.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Şi-n inimă pace-am primit. Pace, fericire.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Izvor de pace e Domnul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Izvor de pace e Domnul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Pace, pace, fericire.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Tot mai sus îmi iau zborul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Către Domnul meu.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De-îngrijorare sunt scăpat. Pace, fericire.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De-îngrijorare sunt scăpat. Pace, fericire.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Domnul c-am să fiu chemat. Pace, fericire.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Izvor de pace e Domnul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Izvor de pace e Domnul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Pace, pace, fericire.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Tot mai sus îmi iau zborul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Către Domnul meu.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Şi munca-mi dau şi viaţa-mi dau. Pace, fericire.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munca-mi dau şi viaţa-mi dau. Pace, fericire.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semenilor bine vreau. Pace, fericire.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Izvor de pace e Domnul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Izvor de pace e Domnul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Pace, pace, fericire.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Tot mai sus îmi iau zborul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Către Domnul meu.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Spre cer e drumul meu mereu. Pace, fericire.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5/6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Spre cer e drumul meu mereu. Pace, fericire.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S-ajung curând la Dumnezeu. Pace, fericire.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Izvor de pace e Domnul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Izvor de pace e Domnul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Pace, pace, fericire.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Tot mai sus îmi iau zborul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Către Domnul meu.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Acolo se sfârşesc dureri. Pace, fericire.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6/6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Acolo se sfârşesc dureri. Pace, fericire.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Sunt nesfârşite mângâieri. Pace, fericire.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Izvor de pace e Domnul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Izvor de pace e Domnul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Pace, pace, fericire.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Tot mai sus îmi iau zborul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Către Domnul meu.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