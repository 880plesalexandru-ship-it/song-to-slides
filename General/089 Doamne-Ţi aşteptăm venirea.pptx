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Doamne-Ţi aşteptăm venirea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Doamne-Ţi aşteptăm venirea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ivirea zorilor,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Îmbrăcaţi în haine albe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Vrem „Osana!” să-Ţi cântăm.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Într-o zi însorită de dimineaţă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Într-o zi însorită de dimineaţă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Vom sta cu Tine faţă în faţă,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Tine, Avraam, cu Isaac şi cu îngerii.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Sărbătoare divină şi glorioasă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Va fi în ziua aceea măreaţă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poporul ales al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nesocotiţi iubirea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nesocotiţi iubirea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Cuvântul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se-apropie venirea,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mare-a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Dacă astăzi prin har auzi iar Cuvântul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astăzi prin har auzi iar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fericit, fă legământul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Tău ce te-a răscumpărat.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astăzi prin har poţi primi mântuirea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sta-n zadar, ridică-ţi privirea,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Om păcătos, vino azi să fii salvat!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