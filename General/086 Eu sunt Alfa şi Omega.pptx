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sunt Alfa şi Omega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„Eu sunt Alfa şi Omega!”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„Eu sunt Alfa şi Omega!”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Domnul Isus a zis.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Începutul şi Sfârşitul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altul pe Pământ şi-n cer.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„Eu sunt Alfa şi Omega!”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„Eu sunt Alfa şi Omega!”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Isus a zis.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   „Iată, Eu vin curând”, zice Domnul,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„Iată, Eu vin curând”, zice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„Iată că Eu vin, răsplata voastră e cu mine.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Iată că voi da la fiecare după faptă în curând, curând.”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</a:t>
            </a:r>
            <a:r>
              <a:rPr b="1" i="0"/>
              <a:t> „Cine-i sfânt să se sfinţească!”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„Cine-i sfânt să se sfinţească!”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„Cine-i sfânt să se sfinţească!”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Domnul Isus a zis.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afară vor rămâne toţi cei mincinoşi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acei ce sunt necredincioşi.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„Cine-i sfânt să se sfinţească!”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„Cine-i sfânt să se sfinţească!”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Isus a zis.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   „Iată, Eu vin curând”, zice Domnul,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„Iată, Eu vin curând”, zice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„Iată că Eu vin, răsplata voastră e cu mine.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Iată că voi da la fiecare după faptă în curând, curând.”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</a:t>
            </a:r>
            <a:r>
              <a:rPr b="1" i="0"/>
              <a:t> Cei setoşi să vină astăzi!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Cei setoşi să vină astăzi!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Cei setoşi să vină astăzi!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La Isus şi să bea.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Hainele în sfântu-I sânge să vi le spălaţi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Mântuire-n dar să căpătaţi.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Cei setoşi să vină astăzi!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Cei setoşi să vină astăzi!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Isus şi să bea.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   „Iată, Eu vin curând”, zice Domnul,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„Iată, Eu vin curând”, zice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„Iată că Eu vin, răsplata voastră e cu mine.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Iată că voi da la fiecare după faptă în curând, curând.”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</a:t>
            </a:r>
            <a:r>
              <a:rPr b="1" i="0"/>
              <a:t> Domnul vine. Maranata!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Domnul vine. Maranata!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Domnul vine. Maranata!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Amin, Aleluia!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şi Mireasa strigă: „Vino, Isuse!”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Mântuiţii strigă: „Glorie!”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Domnul vine. Maranata!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Domnul vine. Maranata!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   „Iată, Eu vin curând”, zice Domnul,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„Iată, Eu vin curând”, zice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„Iată că Eu vin, răsplata voastră e cu mine.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Iată că voi da la fiecare după faptă în curând, curând.”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