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 Tine, Doamne, îmi înalţ sufletul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La Tine, Doamne, îmi înalţ sufletul.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Domnul meu</a:t>
            </a:r>
            <a:r>
              <a:rPr b="0" i="0"/>
              <a:t>, </a:t>
            </a:r>
            <a:r>
              <a:rPr b="1" i="0"/>
              <a:t>o</a:t>
            </a:r>
            <a:r>
              <a:rPr b="0" i="0"/>
              <a:t>,</a:t>
            </a:r>
            <a:r>
              <a:rPr b="1" i="0"/>
              <a:t> Domnul meu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Mă-ncred în Tine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mă-ncred în 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fiu dat de ruşine,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 rău să nu se bucure de mine.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Învaţă-mă cărările Tale.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Învaţă-mă cărările Tale.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Domnul meu</a:t>
            </a:r>
            <a:r>
              <a:rPr b="0" i="0"/>
              <a:t>, </a:t>
            </a:r>
            <a:r>
              <a:rPr b="1" i="0"/>
              <a:t>o</a:t>
            </a:r>
            <a:r>
              <a:rPr b="0" i="0"/>
              <a:t>,</a:t>
            </a:r>
            <a:r>
              <a:rPr b="1" i="0"/>
              <a:t> Domnul meu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Mă-ncred în Tine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mă-ncred în 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fiu dat de ruşine,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 rău să nu se bucure de mine.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Nu-Ţi aminti greşelile mele.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Nu-Ţi aminti greşelile mele.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Domnul meu</a:t>
            </a:r>
            <a:r>
              <a:rPr b="0" i="0"/>
              <a:t>, </a:t>
            </a:r>
            <a:r>
              <a:rPr b="1" i="0"/>
              <a:t>o</a:t>
            </a:r>
            <a:r>
              <a:rPr b="0" i="0"/>
              <a:t>,</a:t>
            </a:r>
            <a:r>
              <a:rPr b="1" i="0"/>
              <a:t> Domnul meu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Mă-ncred în Tine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mă-ncred în 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fiu dat de ruşine,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 rău să nu se bucure de mine.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Cei ce cred sunt prieteni cu Domnul. :/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Cei ce cred sunt prieteni cu Domnul.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Domnul meu</a:t>
            </a:r>
            <a:r>
              <a:rPr b="0" i="0"/>
              <a:t>, </a:t>
            </a:r>
            <a:r>
              <a:rPr b="1" i="0"/>
              <a:t>o</a:t>
            </a:r>
            <a:r>
              <a:rPr b="0" i="0"/>
              <a:t>,</a:t>
            </a:r>
            <a:r>
              <a:rPr b="1" i="0"/>
              <a:t> Domnul meu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o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Mă-ncred în Tine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mă-ncred în Tine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fiu dat de ruşine,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Cel rău să nu se bucure de mine.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