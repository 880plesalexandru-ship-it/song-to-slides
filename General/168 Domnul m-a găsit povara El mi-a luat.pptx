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Domnul m-a găsit povara El mi-a luat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m-a găsit povara El mi-a luat,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Bucurii, speranţă, pace El mi-a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 spălat din suflet tot păcatul greu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sângele vărsat pe cruce-n locul meu.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Mântuit, pe Domnul preamăresc,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pe Domnul preamăresc,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spre cer călătoresc,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cu El în veci voi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m-a salvat şi mă păzeşte-n orice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m-a găsit iubirea Lui mi-a dat,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m-a găsit iubirea Lui mi-a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Hainele ca neaua albe le-a spălat.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mă ameninţă judecata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preafericit cu Domnul pururea.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Mântuit, pe Domnul preamăresc,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pe Domnul preamăresc,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spre cer călătoresc,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cu El în veci voi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m-a salvat şi mă păzeşte-n orice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m-a găsit odihna Lui mi-a dat,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m-a găsit odihna Lui mi-a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urmez pe Domnul sunt netulburat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aştept întruna fericita zi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Domnul cu mărire iarăşi va veni.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Mântuit, pe Domnul preamăresc,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pe Domnul preamăresc,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spre cer călătoresc,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Mântuit, cu El în veci voi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m-a salvat şi mă păzeşte-n orice zi.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