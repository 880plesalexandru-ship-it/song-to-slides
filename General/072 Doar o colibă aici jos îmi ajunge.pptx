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Doar o colibă aici jos îmi ajunge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o colibă aici jos îmi ajunge,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Argint şi aur n-am în casa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 locaşul strălucirii divine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în aur eu voi umbla.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am locaşul dincolo-n mărire,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am locaşul dincolo-n mărire,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strălucirea ce n-o pot visa.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Cândva, acolo voi sfârşi alergarea,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străzi de aur, în slava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vreo ispită îmi chinuie gândul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vreo ispită îmi chinuie gândul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ca profetul pe piatră adorm,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ştiu că-n ceruri, dincolo-n mărire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sta la masă cu al meu Domn.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am locaşul dincolo-n mărire,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am locaşul dincolo-n mărire,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strălucirea ce n-o pot visa.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Cândva, acolo voi sfârşi alergarea,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străzi de aur, în slava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nu mă credeţi sărac şi nici singur,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mă credeţi sărac şi nici singur,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Sufletul meu e de ceruri legat,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călătorul ce-şi caută ţara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lumină e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Eu am locaşul dincolo-n mărire,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Eu am locaşul dincolo-n mărire,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strălucirea ce n-o pot visa.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Cândva, acolo voi sfârşi alergarea,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străzi de aur, în slava 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