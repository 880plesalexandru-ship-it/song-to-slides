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Multă vreme eu am rătăcit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Multă vreme eu am rătăcit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Neştiind că Isus m-a iubit,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mine că S-a răstignit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Golgota.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Sus pe cruce al Său sânge-a curs,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Sus pe cruce al Său sânge-a curs,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Trupul, inima I s-au străpuns.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Dar pentru păcatul meu muri,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 Golgota.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Din Cuvântul Domnului cunosc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Cuvântul Domnului cunosc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Astăzi că eu sunt un păcătos,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în locul meu muri Hristos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Golgota.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Sus pe cruce al Său sânge-a curs,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Sus pe cruce al Său sânge-a curs,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Trupul, inima I s-au străpuns.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Dar pentru păcatul meu muri,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 Golgota.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Am venit la El şi-am căpătat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Am venit la El şi-am căpătat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Multe binecuvântări mi-a dat,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M-a făcut copilul Său bogat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Golgota.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Sus pe cruce al Său sânge-a curs,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Sus pe cruce al Său sânge-a curs,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Trupul, inima I s-au străpuns.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Dar pentru păcatul meu muri,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 Golgota.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Domnului de azi m-am devotat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Domnului de azi m-am devotat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în veci de El nu mă despart,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Al meu suflet El mi l-a salvat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Golgota.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Sus pe cruce al Său sânge-a curs,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Sus pe cruce al Său sânge-a curs,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Trupul, inima I s-au străpuns.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Dar pentru păcatul meu muri,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 Golgota.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