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Cânt „Aleluia!” Domnului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Cânt „Aleluia!” Domnului </a:t>
            </a:r>
            <a:r>
              <a:rPr sz="4800">
                <a:solidFill>
                  <a:srgbClr val="FFFFFF"/>
                </a:solidFill>
                <a:latin typeface="Calibri"/>
              </a:rPr>
              <a:t>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Cânt „Aleluia!” </a:t>
            </a:r>
            <a:r>
              <a:rPr sz="4800">
                <a:solidFill>
                  <a:srgbClr val="FFFFFF"/>
                </a:solidFill>
                <a:latin typeface="Calibri"/>
              </a:rPr>
              <a:t>:/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Cânt „Aleluia!” Domnului.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Cânt „Aleluia!” Domnului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Cânt „Aleluia!” Domnului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Cânt „Aleluia!” Domnului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Cânt 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Cânt „Aleluia!”</a:t>
            </a:r>
            <a:r>
              <a:rPr sz="4800">
                <a:solidFill>
                  <a:srgbClr val="FFFFFF"/>
                </a:solidFill>
                <a:latin typeface="Calibri"/>
              </a:rPr>
              <a:t> :/  </a:t>
            </a:r>
            <a:r>
              <a:rPr i="1" sz="4800">
                <a:solidFill>
                  <a:srgbClr val="FFFFFF"/>
                </a:solidFill>
                <a:latin typeface="Calibri"/>
              </a:rPr>
              <a:t>A-le-lu-ia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„Aleluia!” Domnului.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Cânt „Aleluia!” Domnului.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Inimă nouă El ne-a dat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Inimă nouă El ne-a dat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Inimă nouă El ne-a dat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Inimă nouă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Inimă nouă</a:t>
            </a:r>
            <a:r>
              <a:rPr sz="4800">
                <a:solidFill>
                  <a:srgbClr val="FFFFFF"/>
                </a:solidFill>
                <a:latin typeface="Calibri"/>
              </a:rPr>
              <a:t> :/  </a:t>
            </a:r>
            <a:r>
              <a:rPr i="1" sz="4800">
                <a:solidFill>
                  <a:srgbClr val="FFFFFF"/>
                </a:solidFill>
                <a:latin typeface="Calibri"/>
              </a:rPr>
              <a:t>A-le-lu-ia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Inimă nouă El ne-a dat.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Inimă nouă El ne-a dat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Cânt „Aleluia!” lui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Cânt „Aleluia!” lui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Cânt „Aleluia!” lui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Cânt  „Aleluia!”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Cânt „Aleluia!”</a:t>
            </a:r>
            <a:r>
              <a:rPr sz="4800">
                <a:solidFill>
                  <a:srgbClr val="FFFFFF"/>
                </a:solidFill>
                <a:latin typeface="Calibri"/>
              </a:rPr>
              <a:t> :/  </a:t>
            </a:r>
            <a:r>
              <a:rPr i="1" sz="4800">
                <a:solidFill>
                  <a:srgbClr val="FFFFFF"/>
                </a:solidFill>
                <a:latin typeface="Calibri"/>
              </a:rPr>
              <a:t>A-le-lu-ia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 „Aleluia!” lui Isus.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Cânt „Aleluia!” lui Isus.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