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orice suflet e-un tainic 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orice suflet e-un tainic dor,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Aprins în noapte sau stins şi gol,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Dor de lumină, de veşnicie,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Ascuns în inimi de Dumnezeu.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Poartă-ţi lumina prin întuneric,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Poartă-ţi lumina prin întuneric,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noaptea făr’ de nădejdi pe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Far neclintit, să-ţi fie viaţa,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Paşi să-ndrepte pe drumul bun,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Lasă-n inimi, un dor de 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calea noastră se află-aievea,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calea noastră se află-aievea,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Lumini căzute şi stinse-n 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mulţi încearcă să ţină-aprinsă,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amăgire, un dor străin.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Poartă-ţi lumina prin întuneric,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Poartă-ţi lumina prin întuneric,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noaptea făr’ de nădejdi pe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Far neclintit, să-ţi fie viaţa,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Paşi să-ndrepte pe drumul bun,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Lasă-n inimi, un dor de 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laşi în urmă ploi de lumină,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laşi în urmă ploi de lumină,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drumul celor ce-au rătăcit,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Arată calea, atinge inimi,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dă speranţă prin Duhul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Poartă-ţi lumina prin întuneric,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Poartă-ţi lumina prin întuneric,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noaptea făr’ de nădejdi pe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Far neclintit, să-ţi fie viaţa,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Paşi să-ndrepte pe drumul bun,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Lasă-n inimi, un dor de 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