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Nu ştiu de ce sunt ispite adesea şi încercări vin în orice zi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ştiu de ce sunt ispite adesea şi încercări vin în orice zi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lângă noi sunt atâţia alţii ce hărţuiţi ei nu par a fi.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		Mereu ’nainte şi vom pricepe, mereu ’nainte şi vom afla.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Te-ncurajează, mergi în lumină, vom înţelege de ce-i aşa.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Te-ncurajează, mergi în lumină, vom înţelege de ce-i aşa.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Când vine moartea ce-i drag răpeşte şi lasă locul gol şi pustiu,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vine moartea ce-i drag răpeşte şi lasă locul gol şi pustiu,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Iar mulţi din cei răi pot să prospere, cum de-i aşa eu nu pot să ştiu.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Te-ncurajează, mergi în lumină, vom înţelege de ce-i aşa.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Te-ncurajează, mergi în lumină, vom înţelege de ce-i aşa.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Fii credincios dar până la moarte, câteva zile doar să aştepţi.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Fii credincios dar până la moarte, câteva zile doar să aştepţi.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Atunci tot greul va fi nimica, cununa vieţii când o primeşti.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Te-ncurajează, mergi în lumină, vom înţelege de ce-i aşa.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Te-ncurajează, mergi în lumină, vom înţelege de ce-i aşa.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Noi ştim că Isus pe nori cu slavă curând veni-va şi ne va lua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Noi ştim că Isus pe nori cu slavă curând veni-va şi ne va lua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lângă Sine în strălucire dureri, ispite, tot vom uita.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Te-ncurajează, mergi în lumină, vom înţelege de ce-i aşa.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Te-ncurajează, mergi în lumină, vom înţelege de ce-i aşa.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