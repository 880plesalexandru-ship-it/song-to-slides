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Chiar de s-ar clătina pământul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 s-ar clătina pământul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marea-n valuri de ar spumega,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Isus va fi la fel, El nu se va schimba.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Isus e acelaşi, rămâne neschimbat,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Isus e acelaşi, rămâne neschimbat,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El e azi şi-n veci Domn şi Împărat.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Împăraţii trec aşa uşor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Împăraţii trec aşa uşor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anii zboară rând pe rând,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Isus e stăpân în cer şi pe Pământ.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Isus e acelaşi, rămâne neschimbat,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Isus e acelaşi, rămâne neschimbat,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El e azi şi-n veci Domn şi Împărat.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munţii de probleme se ridică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munţii de probleme se ridică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vor să ne tragă înapoi,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Păşim înainte, Isus este cu noi.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Isus e acelaşi, rămâne neschimbat,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Isus e acelaşi, rămâne neschimbat,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El e azi şi-n veci Domn şi Împărat.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 azi şi-n veci Domn şi Împărat.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