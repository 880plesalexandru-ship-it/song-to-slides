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Privim prin credinţă în zare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Privim prin credinţă în zare,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bolta de aur strălucind,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 Soare măreţ ce răsare,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treptele vremii venind.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Ni-e dor tuturora să-apară aurora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Ni-e dor tuturora să-apară aurora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 bolta cerească, iar noi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Zbura-vom printre stele, mai falnic decât ele,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Departe de-a lumii nevoi.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Credinţa ne duce departe,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Credinţa ne duce departe,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treptele vieţii de vis.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Ajungem în sfânta Cetate,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Intra-vom pe porţi în paradis.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Ni-e dor tuturora să-apară aurora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Ni-e dor tuturora să-apară aurora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 bolta cerească, iar noi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Zbura-vom printre stele, mai falnic decât ele,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Departe de-a lumii nevoi.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Prin Duhul vieţii divine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Duhul vieţii divine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aripi de glorii vom zbura,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Spre capătul zării senine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unde Isus va apărea.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Ni-e dor tuturora să-apară aurora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Ni-e dor tuturora să-apară aurora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 bolta cerească, iar noi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Zbura-vom printre stele, mai falnic decât ele,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Departe de-a lumii nevoi.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Tu, suflet ce plângi în durere,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Tu, suflet ce plângi în durere,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Departe de harul divin,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Tu, vino, primeşte credinţa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Ce-aduce iertare din plin.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Ni-e dor tuturora să-apară aurora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Ni-e dor tuturora să-apară aurora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 bolta cerească, iar noi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Zbura-vom printre stele, mai falnic decât ele,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Departe de-a lumii nevoi.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Aproape e ziua cea mare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Aproape e ziua cea mare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Şi-atunci împreună cu noi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Intra-vei în marea splendoare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Departe de-a lumii nevoi.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Ni-e dor tuturora să-apară aurora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Ni-e dor tuturora să-apară aurora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 bolta cerească, iar noi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Zbura-vom printre stele, mai falnic decât ele,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Departe de-a lumii nevoi.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