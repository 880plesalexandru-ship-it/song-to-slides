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Prin atâtea valuri grele ce-am trecut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atâtea valuri grele ce-am trecut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Tu, Isuse Doamne, mi-ai fost scut.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ziceam că sunt pierdut Tu, Isuse, mi-ai fost scut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toate numai Tu m-ai ajutat.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furtuna a bătut în jurul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Tu-ai venit şi Te-ai luptat în locul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Valurile le-ai mustrat şi pe mine m-ai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Îţi cânt că pân-aici m-ai ajutat.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Rana mea era, Isus, atât de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ziceam că să mă lupt nu voi putea.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atunci ulei mi-ai pus, ochii mei udaţi de plâns,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 putut să vadă strălucirea 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Fiecare are aicea de luptat,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Lacrimile-i curg din ochi neîncetat.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 vine-al nost’ Isus, să ne ducă-n ceruri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Vom uita c-am fost cândva pe-acest Pământ.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Isus acolo sus în slava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Mângâierea ce-am dorit voi căpăta,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Tu-mi vei şterge lacrima şi cununa îmi vei 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Dacă-aici o luptă bună voi lupta.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