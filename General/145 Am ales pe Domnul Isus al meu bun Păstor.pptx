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ales pe Domnul Isus al meu bun Păstor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ales pe Domnul Isus al meu bun Păstor,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El sigur voi ajunge sus învingător.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Sus în cer în strălucire vreau să fiu şi 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Sus în cer în nemurire, sus cu Domnul meu.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Un izvor, </a:t>
            </a:r>
            <a:r>
              <a:rPr b="1" i="0"/>
              <a:t>un izvor</a:t>
            </a:r>
            <a:r>
              <a:rPr b="0" i="0"/>
              <a:t> de fericire, </a:t>
            </a:r>
            <a:r>
              <a:rPr b="0" i="1"/>
              <a:t>am găsit</a:t>
            </a:r>
            <a:r>
              <a:rPr b="0" i="0"/>
              <a:t>, </a:t>
            </a:r>
            <a:r>
              <a:rPr b="1" i="0"/>
              <a:t>am găsit</a:t>
            </a:r>
            <a:r>
              <a:rPr b="0" i="0"/>
              <a:t> în Domnul meu,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izvor,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 de fericire, </a:t>
            </a:r>
            <a:r>
              <a:rPr i="1" sz="4800">
                <a:solidFill>
                  <a:srgbClr val="FFFFFF"/>
                </a:solidFill>
                <a:latin typeface="Calibri"/>
              </a:rPr>
              <a:t>am găsit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am găsit</a:t>
            </a:r>
            <a:r>
              <a:rPr sz="4800">
                <a:solidFill>
                  <a:srgbClr val="FFFFFF"/>
                </a:solidFill>
                <a:latin typeface="Calibri"/>
              </a:rPr>
              <a:t> în Domnul meu,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 de apă vie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 El.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 prietene, aleargă </a:t>
            </a:r>
            <a:r>
              <a:rPr i="1" sz="4800">
                <a:solidFill>
                  <a:srgbClr val="FFFFFF"/>
                </a:solidFill>
                <a:latin typeface="Calibri"/>
              </a:rPr>
              <a:t>la izvorul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la izvorul</a:t>
            </a:r>
            <a:r>
              <a:rPr sz="4800">
                <a:solidFill>
                  <a:srgbClr val="FFFFFF"/>
                </a:solidFill>
                <a:latin typeface="Calibri"/>
              </a:rPr>
              <a:t> mult dorit,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 loc şi pentru tine,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 să fii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Seara când răsare luna, cheamă-L pe Isus,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Seara când răsare luna, cheamă-L pe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în rugăciune tot ce ai de spus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te-ascultă, te iubeşte ca pe fiul Său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îţi dă în dar iertarea sufletului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Un izvor, </a:t>
            </a:r>
            <a:r>
              <a:rPr b="1" i="0"/>
              <a:t>un izvor</a:t>
            </a:r>
            <a:r>
              <a:rPr b="0" i="0"/>
              <a:t> de fericire, </a:t>
            </a:r>
            <a:r>
              <a:rPr b="0" i="1"/>
              <a:t>am găsit</a:t>
            </a:r>
            <a:r>
              <a:rPr b="0" i="0"/>
              <a:t>, </a:t>
            </a:r>
            <a:r>
              <a:rPr b="1" i="0"/>
              <a:t>am găsit</a:t>
            </a:r>
            <a:r>
              <a:rPr b="0" i="0"/>
              <a:t> în Domnul meu,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izvor,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 de fericire, </a:t>
            </a:r>
            <a:r>
              <a:rPr i="1" sz="4800">
                <a:solidFill>
                  <a:srgbClr val="FFFFFF"/>
                </a:solidFill>
                <a:latin typeface="Calibri"/>
              </a:rPr>
              <a:t>am găsit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am găsit</a:t>
            </a:r>
            <a:r>
              <a:rPr sz="4800">
                <a:solidFill>
                  <a:srgbClr val="FFFFFF"/>
                </a:solidFill>
                <a:latin typeface="Calibri"/>
              </a:rPr>
              <a:t> în Domnul meu,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 de apă vie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 El.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 prietene, aleargă </a:t>
            </a:r>
            <a:r>
              <a:rPr i="1" sz="4800">
                <a:solidFill>
                  <a:srgbClr val="FFFFFF"/>
                </a:solidFill>
                <a:latin typeface="Calibri"/>
              </a:rPr>
              <a:t>la izvorul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la izvorul</a:t>
            </a:r>
            <a:r>
              <a:rPr sz="4800">
                <a:solidFill>
                  <a:srgbClr val="FFFFFF"/>
                </a:solidFill>
                <a:latin typeface="Calibri"/>
              </a:rPr>
              <a:t> mult dorit,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 loc şi pentru tine,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 să fii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izvorul fericirii stă un bun Păstor,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izvorul fericirii stă un bun Păstor,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cu dragoste te cheamă să-ţi dea ajutor.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că trece viaţa, treci şi tu cu 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izvorul fericirii vino, nu mai sta!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Un izvor, </a:t>
            </a:r>
            <a:r>
              <a:rPr b="1" i="0"/>
              <a:t>un izvor</a:t>
            </a:r>
            <a:r>
              <a:rPr b="0" i="0"/>
              <a:t> de fericire, </a:t>
            </a:r>
            <a:r>
              <a:rPr b="0" i="1"/>
              <a:t>am găsit</a:t>
            </a:r>
            <a:r>
              <a:rPr b="0" i="0"/>
              <a:t>, </a:t>
            </a:r>
            <a:r>
              <a:rPr b="1" i="0"/>
              <a:t>am găsit</a:t>
            </a:r>
            <a:r>
              <a:rPr b="0" i="0"/>
              <a:t> în Domnul meu,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izvor,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 de fericire, </a:t>
            </a:r>
            <a:r>
              <a:rPr i="1" sz="4800">
                <a:solidFill>
                  <a:srgbClr val="FFFFFF"/>
                </a:solidFill>
                <a:latin typeface="Calibri"/>
              </a:rPr>
              <a:t>am găsit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am găsit</a:t>
            </a:r>
            <a:r>
              <a:rPr sz="4800">
                <a:solidFill>
                  <a:srgbClr val="FFFFFF"/>
                </a:solidFill>
                <a:latin typeface="Calibri"/>
              </a:rPr>
              <a:t> în Domnul meu,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izvor</a:t>
            </a:r>
            <a:r>
              <a:rPr sz="4800">
                <a:solidFill>
                  <a:srgbClr val="FFFFFF"/>
                </a:solidFill>
                <a:latin typeface="Calibri"/>
              </a:rPr>
              <a:t> de apă vie </a:t>
            </a:r>
            <a:r>
              <a:rPr i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 El.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 prietene, aleargă </a:t>
            </a:r>
            <a:r>
              <a:rPr i="1" sz="4800">
                <a:solidFill>
                  <a:srgbClr val="FFFFFF"/>
                </a:solidFill>
                <a:latin typeface="Calibri"/>
              </a:rPr>
              <a:t>la izvorul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la izvorul</a:t>
            </a:r>
            <a:r>
              <a:rPr sz="4800">
                <a:solidFill>
                  <a:srgbClr val="FFFFFF"/>
                </a:solidFill>
                <a:latin typeface="Calibri"/>
              </a:rPr>
              <a:t> mult dorit,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este</a:t>
            </a:r>
            <a:r>
              <a:rPr sz="4800">
                <a:solidFill>
                  <a:srgbClr val="FFFFFF"/>
                </a:solidFill>
                <a:latin typeface="Calibri"/>
              </a:rPr>
              <a:t> loc şi pentru tine,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 să fii fericit!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