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Pentru noi s-a ivit mântuirea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noi s-a ivit mântuirea,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noi Cel de sus a murit,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noi s-a ivit izbăvirea,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noi Cel de sus S-a jertfit.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Lăsaţi Duhul Sfânt să lucreze,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Lăsaţi Duhul Sfânt să lucreze,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ne elibereze de blestem şi păcat.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Lăsaţi pe Pământ fericirea,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Dragostea şi unirea ce Isus le-a lăsat.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Cu Isus vom zbura către stele,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Isus vom zbura către stele,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Isus spre o lume de vis,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Isus trec ispitele grele,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Isus vom zbura-n paradis.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Lăsaţi Duhul Sfânt să lucreze,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Lăsaţi Duhul Sfânt să lucreze,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ne elibereze de blestem şi păcat.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Lăsaţi pe Pământ fericirea,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Dragostea şi unirea ce Isus le-a lăsat.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Aşteptăm ca să vii Tu, Isuse,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Aşteptăm ca să vii Tu, Isuse,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Aşteptăm slava Ta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Aşteptăm împlinirile-Ţi spuse,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Te-aşteptăm, Tatăl nostru cel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Lăsaţi Duhul Sfânt să lucreze,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Lăsaţi Duhul Sfânt să lucreze,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ne elibereze de blestem şi păcat.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Lăsaţi pe Pământ fericirea,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Dragostea şi unirea ce Isus le-a lăsat.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