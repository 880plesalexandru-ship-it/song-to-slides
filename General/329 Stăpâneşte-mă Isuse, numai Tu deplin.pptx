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Stăpâneşte-mă Isuse, numai Tu deplin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Stăpâneşte-mă Isuse, numai Tu deplin,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Taie-mi orice legătură, orice lanţ străin.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lumina Ta divină liber de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Omorând în mine zilnic tot ce-i pământesc.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Liber de tot ce-i firesc, liber de tot ce-i lumesc,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de tot ce-i firesc, liber de tot ce-i lumesc,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de tot ce-i străin, liber să fiu pe deplin.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dar Ţie supus, liber în Tine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Stăpâneşte-mi Tu voinţa, ca să merg supus,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Stăpâneşte-mi Tu voinţa, ca să merg supus,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cărarea vieţii dreaptă, care duce-n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voinţa Ta curată pururi să trăiesc,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Omorând în mine zilnic tot ce-i pământesc.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Liber de tot ce-i firesc, liber de tot ce-i lumesc,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de tot ce-i firesc, liber de tot ce-i lumesc,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de tot ce-i străin, liber să fiu pe deplin.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dar Ţie supus, liber în Tine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Stăpâneşte-mi Tu gândirea, ca să înţeleg,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Stăpâneşte-mi Tu gândirea, ca să înţeleg,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Adevărul Cărţii sfinte, să-l trăiesc întreg.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înţelepciune sfântă să-Ţi slujesc iubind,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 de Duhul Sfânt oriunde viaţa Ta trăind.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Liber de tot ce-i firesc, liber de tot ce-i lumesc,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de tot ce-i firesc, liber de tot ce-i lumesc,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de tot ce-i străin, liber să fiu pe deplin.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Liber dar Ţie supus, liber în Tine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