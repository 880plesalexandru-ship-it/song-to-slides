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cum se-aud a îngerilor cânturi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cum se-aud a îngerilor cânturi,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Zboară uşor cântarea lor pe plai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suflet îmi aprinde noi avânturi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De-o viaţă fericită ca în rai.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Cântaţi, cântaţi imnuri de proslăvire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Cântaţi, cântaţi imnuri de proslăvire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 ce cântă-n străluciri,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aducem prinos de mulţumire,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Slăvindu-L în eterne fericiri.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Te urmăm, chemare minunată,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 urmăm, chemare minunată,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ne-ai dat şi pacea Tu ne-o dai.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vieţii când e-nvolburată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Liman ne eşti şi călăuză-n rai.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Cântaţi, cântaţi imnuri de proslăvire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Cântaţi, cântaţi imnuri de proslăvire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 ce cântă-n străluciri,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aducem prinos de mulţumire,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Slăvindu-L în eterne fericiri.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vom ajunge cu El în mărire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ajunge cu El în mărire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vom slăvi cu îngerii în 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intona un imn de proslăvire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Hristos Domn şi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Cântaţi, cântaţi imnuri de proslăvire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Cântaţi, cântaţi imnuri de proslăvire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 ce cântă-n străluciri,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aducem prinos de mulţumire,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Slăvindu-L în eterne fericiri.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