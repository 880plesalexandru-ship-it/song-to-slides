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Binecuvântată-i viaţa împreună cu Isus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Binecuvântată-i viaţa împreună cu Isus,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îţi luminează faţa pacea Domnului Isus.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Pocăinţă, pocăinţă, tu ne-apropii către cer,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Pocăinţă, pocăinţă, tu ne-apropii către cer,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Unde-i dragostea deplină şi-unde lacrimile pier.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Nu este copilăria mai plăcută Domnului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 este copilăria mai plăcută Domnului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 aceea-n care pruncii-s nelipsiţi din casa Lui.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Pocăinţă, pocăinţă, tu ne-apropii către cer,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Pocăinţă, pocăinţă, tu ne-apropii către cer,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Unde-i dragostea deplină şi-unde lacrimile pier.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Ce frumoasă-i tinereţea cu Isus să o trăieşti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 frumoasă-i tinereţea cu Isus să o trăieşti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prin El orice ispită poţi mereu s-o biruieşti.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Pocăinţă, pocăinţă, tu ne-apropii către cer,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Pocăinţă, pocăinţă, tu ne-apropii către cer,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Unde-i dragostea deplină şi-unde lacrimile pier.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Când povara bătrâneţii vrea să te apese-n jos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povara bătrâneţii vrea să te apese-n jos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Duhul Sfânt te întăreşte şi-ţi dă aripi spre Hristos.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Pocăinţă, pocăinţă, tu ne-apropii către cer,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Pocăinţă, pocăinţă, tu ne-apropii către cer,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Unde-i dragostea deplină şi-unde lacrimile pier.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