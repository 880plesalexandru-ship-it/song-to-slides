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Doamne, bunătatea Ta îmi cuprinde inima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bunătatea Ta îmi cuprinde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mă face fericit, Domnul meu iubit.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cu zori până-n apus numai harul Tău,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sfinţeşte inima şi viaţa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N-ai în lume-asemănare, nu e nimenea sub soare,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N-ai în lume-asemănare, nu e nimenea sub soare,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Nici în cer, nici pe Pământ cât eşti Tu de sfânt!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Dragostea-Ţi mă copleşeşte, pacea Ta mă linişteşte,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Tău îmi dă avânt tot mai mult să-Ţi cânt.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Norii negri când apar Tu îmi eşti un veşnic far,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Norii negri când apar Tu îmi eşti un veşnic far,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mi-l călăuzeşti şi mă ocroteşti.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prin arşiţă Îţi cânt numai Ţie, Doamne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Că-n izvorul Tău ceresc sufletu-mi sfinţesc.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N-ai în lume-asemănare, nu e nimenea sub soare,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N-ai în lume-asemănare, nu e nimenea sub soare,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Nici în cer, nici pe Pământ cât eşti Tu de sfânt!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Dragostea-Ţi mă copleşeşte, pacea Ta mă linişteşte,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Tău îmi dă avânt tot mai mult să-Ţi cânt.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Doamne, pune-n gura mea totdeauna lauda 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pune-n gura mea totdeauna lauda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Ţie să Îţi cânt pe acest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zorii vor veni Numele Tău voi slăvi,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Asta-i fericirea mea, să cânt slava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N-ai în lume-asemănare, nu e nimenea sub soare,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N-ai în lume-asemănare, nu e nimenea sub soare,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Nici în cer, nici pe Pământ cât eşti Tu de sfânt!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Dragostea-Ţi mă copleşeşte, pacea Ta mă linişteşte,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Tău îmi dă avânt tot mai mult să-Ţi cânt.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