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Fiţi voioşi, fiţi voioşi totdeauna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Fiţi voioşi, fiţi voioşi totdeauna,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Lăudându-L pe Domnul mereu.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ne-încredem puternic în Domnul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ne-învinge nicicând niciun rău.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Nu-i furtună să clatine Stânca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Nu-i furtună să clatine Stânca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Cea pe care suntem noi zidiţi,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Fiţi voioşi, noi suntem totdeauna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 Isus, de Isus ocrotiţi.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Fiţi voioşi chiar şi-atunci când necazul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Fiţi voioşi chiar şi-atunci când necazul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Şi-ncercarea în voi va lovi,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frumoasă-i cântarea cu lacrimi,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ceresc e răbdând a zâmbi.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Nu-i furtună să clatine Stânca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Nu-i furtună să clatine Stânca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Cea pe care suntem noi zidiţi,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Fiţi voioşi, noi suntem totdeauna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 Isus, de Isus ocrotiţi.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Fiţi voioşi că-n curând pe vecie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Fiţi voioşi că-n curând pe vecie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Veţi uita c-aţi mai plâns pe Pământ.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Fiţi voioşi că-n curând cerul slavei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Răsuna-va şi de-al vostru cânt.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Nu-i furtună să clatine Stânca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Nu-i furtună să clatine Stânca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Cea pe care suntem noi zidiţi,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Fiţi voioşi, noi suntem totdeauna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 Isus, de Isus ocrotiţi.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