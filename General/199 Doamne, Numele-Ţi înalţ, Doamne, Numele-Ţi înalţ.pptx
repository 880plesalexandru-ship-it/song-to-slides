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Doamne, Numele-Ţi înalţ, Doamne, Numele-Ţi înalţ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Doamne, Numele-Ţi înalţ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Doamne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Numele-Ţi înalţ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Doamne laudă-Ţi cânt Ţie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Doamne laudă-Ţi cânt Ţie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Fericit sunt că Te am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fericit sunt că Te am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Fericit de-a Ta iubire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fericit</a:t>
            </a:r>
            <a:r>
              <a:rPr sz="480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 ai venit pe Pământ să ne salvezi,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ai venit pe Pământ să ne salvezi,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Sus pe cruce Te-ai jertfit, iertaţi să fim,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pe cruce în mormânt, din mormânt sus la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înălţat mereu!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