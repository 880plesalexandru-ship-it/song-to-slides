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Cânt „Aleluia!”, cânt „Aleluia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„Aleluia!”, cânt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Ţie, Dumnezeul meu slăvit.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„Aleluia!”, cânt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slăvesc căci Tu m-ai mântuit.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Jertfa mulţumirii ardă pe altar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Jertfa mulţumirii ardă pe altar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Tatălui iubirii, sfânt izvor de har.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cu credinţă, cânt cu credinţă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cu credinţă, cânt cu credinţă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Ţie, Dumnezeul credincios.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cu credinţă, cânt cu credinţă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Fiului Tău Sfânt,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Jertfa mulţumirii ardă pe altar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Jertfa mulţumirii ardă pe altar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Tatălui iubirii, sfânt izvor de har.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cu-nchinare, cânt cu-nchinare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cu-nchinare, cânt cu-nchinare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Ţie, Dumnezeul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cu-nchinare, cânt cu-nchinare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cu focul care Tu mi-ai 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Jertfa mulţumirii ardă pe altar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Jertfa mulţumirii ardă pe altar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Tatălui iubirii, sfânt izvor de har.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