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Stau din nou, gândindu-mă la jertfa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Stau din nou, gândindu-mă la jertfa Ta: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Sângele scurs, trupul străpuns,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locul meu pedeapsa morţii ai luat,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dar nemeritat! Doamne Tu m-ai salvat!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Privesc către crucea unde ai suferit,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Privesc către crucea unde ai suferit,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Smerit de-ndurarea ce mi-ai oferit,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Mulţumesc Isuse! Viaţă nouă mi-ai dăruit.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Acum eşti înălţat în slavă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eşti înălţat în slavă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faţa Ta toţi se vor pleca;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atunci, uimit fiind de harul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Inima-mi va cânta, pe veci dragostea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Doamne-ţi mulţumesc pentru Golgota,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Doamne-ţi mulţumesc pentru Golgota,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Viaţa-ţi dăruiesc: e-a Ta. :/ x4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