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Dragoste divină, sfântă ce adânc te dăruieşti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 divină, sfântă ce adânc te dăruieşti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din inima lui Isus peste vremi aceeaşi eşti.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în cer ne va deschide poarta de mărgăritar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în cer ne va deschide poarta de mărgăritar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spălaţi în al Lui sânge vom păşi, salvaţi prin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o fiară urmărită, ca un şoim lovit eram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 fiară urmărită, ca un şoim lovit eram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m-a scăpat de moarte, peste răni a pus balsam.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în cer ne va deschide poarta de mărgăritar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în cer ne va deschide poarta de mărgăritar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spălaţi în al Lui sânge vom păşi, salvaţi prin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 divină, sfântă mi-ai iertat orice păcat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 divină, sfântă mi-ai iertat orice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cânta de fericire toată viaţa,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în cer ne va deschide poarta de mărgăritar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în cer ne va deschide poarta de mărgăritar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spălaţi în al Lui sânge vom păşi, salvaţi prin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în clipa înserării când trudit ajung la prag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în clipa înserării când trudit ajung la prag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intra, privind la Isus, în al sfinţilor şirag.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în cer ne va deschide poarta de mărgăritar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în cer ne va deschide poarta de mărgăritar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spălaţi în al Lui sânge vom păşi, salvaţi prin 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