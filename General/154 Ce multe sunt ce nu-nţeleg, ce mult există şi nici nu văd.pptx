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Ce multe sunt ce nu-nţeleg, ce mult există şi nici nu văd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multe sunt ce nu-nţeleg, ce mult există şi nici nu văd,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una ştiu, sunt sigur eu: Isus e aici, îmi e aproape oriunde-s 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e viu, în mine-i viu,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e viu, în mine-i viu,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e viu, prin jertfa Lui m-a câştigat.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iubeşte, sunt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 ’liberat, Isus e viu, ce minunat!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Sunt îndoielnici şi-ngrijoraţi ce merg pe drum în deznădejdi.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îndoielnici şi-ngrijoraţi ce merg pe drum în deznădejdi.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sunt voios, cu mine-I El şi când sunt slab El îmi spune: „Sunt cu tine.”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e viu, în mine-i viu,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e viu, în mine-i viu,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e viu, prin jertfa Lui m-a câştigat.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iubeşte, sunt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 ’liberat, Isus e viu, ce minunat!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dacă vrei să-L ai şi tu Mântuitor în viaţa ta,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dacă vrei să-L ai şi tu Mântuitor în viaţa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vii la El aşa cum eşti, te va iubi, te va primi în veci de veci.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e viu, în mine-i viu,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e viu, în mine-i viu,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e viu, prin jertfa Lui m-a câştigat.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iubeşte, sunt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 ’liberat, Isus e viu, ce minunat!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