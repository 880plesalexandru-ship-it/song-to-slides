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Astăzi vin la Tine, Domnul meu, sufletul mi-e plin de bucurie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vin la Tine, Domnul meu, sufletul mi-e plin de bucurie,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 m-ai făcut copilul Tău, ca să pot trăi o veşnicie.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atât de fericit, Domnul meu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minunea ce-ai făcut în viaţa mea.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Vreau să Îţi cânt, vreau să Te laud,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Vreau să Îţi cânt, vreau să Te laud,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Îţi mulţumesc că eşti în viaţa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putere m-ai luat din întuneric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mi-ai arătat înţelepciunea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