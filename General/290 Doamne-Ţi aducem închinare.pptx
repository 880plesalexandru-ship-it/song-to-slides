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Doamne-Ţi aducem închinare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Doamne-Ţi aducem închinare,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puternic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Ţi-aducem slavă şi onoare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ai spus: “Eu sunt acel ce sunt”.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Numele Tău e minunat,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e-adevărat,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tot ce se poate spune.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e-adevărat,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mai presus de orice nume.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faţa Ta se pleacă toate,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faţa Ta se pleacă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Pământul şi cerul sublim.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şi noi cu inimile noastre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Te lăudăm, să Te slăvim.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Numele Tău e minunat,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e-adevărat,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tot ce se poate spune.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e-adevărat,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e mai presus de orice nume.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