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Condu-mă, Doamne, ziua, condu-mă e ruga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fost născut în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pentru mine S-a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de-atunci e-n mâna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până Îl voi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nevoie de-ndurarea 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mi-a promis că-mi conduce viaţa.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Condu-mă, Doamne, ziua, condu-mă e ruga mea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Condu-mă, Doamne, ziua, condu-mă e ruga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toate necazurile-acestei lumi.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Condu-mă, Doamne, noaptea, condu-mă spre lumina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numai Tu poţi conduce 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 ne iubeşte mereu,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 iubeşte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a dat singurul Fiu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noi să fim salvaţi din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Deci, vino azi cu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păcat El o va spăla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 azi El poate fi lumina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Condu-mă, Doamne, ziua, condu-mă e ruga mea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Condu-mă, Doamne, ziua, condu-mă e ruga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toate necazurile-acestei lumi.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Condu-mă, Doamne, noaptea, condu-mă spre lumina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numai Tu poţi conduce viaţa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