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Domnul stă tot aşteptând, porţi închise multe sunt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Domnul stă tot aşteptând, porţi închise multe sunt,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Dar El zi şi noapte cam de mult tot bate, poate se vor descuia.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Domnul stă şi bate iar, poate n-o fi în zadar.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Singura fiinţă ce e în putinţă a te binecuvânta. :/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</a:t>
            </a:r>
            <a:r>
              <a:rPr b="1" i="0"/>
              <a:t>O, deschide-I, nu mai sta!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b="1" sz="4800">
                <a:solidFill>
                  <a:srgbClr val="FFFFFF"/>
                </a:solidFill>
                <a:latin typeface="Calibri"/>
              </a:rPr>
              <a:t>O, deschide-I, nu mai sta!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*	*</a:t>
            </a:r>
            <a:r>
              <a:rPr i="1" sz="4800">
                <a:solidFill>
                  <a:srgbClr val="FFFFFF"/>
                </a:solidFill>
                <a:latin typeface="Calibri"/>
              </a:rPr>
              <a:t>Vrea să intre-n casa ta.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Singura fiinţă ce e în putinţă a te binecuvânta. :/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	</a:t>
            </a:r>
            <a:r>
              <a:rPr b="1" sz="4800">
                <a:solidFill>
                  <a:srgbClr val="FFFFFF"/>
                </a:solidFill>
                <a:latin typeface="Calibri"/>
              </a:rPr>
              <a:t>Nu amâna!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*	*</a:t>
            </a:r>
            <a:r>
              <a:rPr i="1" sz="4800">
                <a:solidFill>
                  <a:srgbClr val="FFFFFF"/>
                </a:solidFill>
                <a:latin typeface="Calibri"/>
              </a:rPr>
              <a:t>Vei regreta!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Ultima chemare Domnul cu răbdare pentru tin’ va repeta.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1" i="0"/>
              <a:t>În ureche-i poarta ta, când auzi te poţi preda,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În ureche-i poarta ta, când auzi te poţi preda,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Duhul Sfânt lucrează, inima cedează şi te simţi eliberat.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Dar uşor te păcăleşti în ureche de primeşti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Sunete stridente, şoapte insistente cu îndemnul la păcat.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</a:t>
            </a:r>
            <a:r>
              <a:rPr b="1" i="0"/>
              <a:t>O, deschide-I, nu mai sta!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b="1" sz="4800">
                <a:solidFill>
                  <a:srgbClr val="FFFFFF"/>
                </a:solidFill>
                <a:latin typeface="Calibri"/>
              </a:rPr>
              <a:t>O, deschide-I, nu mai sta!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*	*</a:t>
            </a:r>
            <a:r>
              <a:rPr i="1" sz="4800">
                <a:solidFill>
                  <a:srgbClr val="FFFFFF"/>
                </a:solidFill>
                <a:latin typeface="Calibri"/>
              </a:rPr>
              <a:t>Vrea să intre-n casa ta.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Singura fiinţă ce e în putinţă a te binecuvânta. :/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	</a:t>
            </a:r>
            <a:r>
              <a:rPr b="1" sz="4800">
                <a:solidFill>
                  <a:srgbClr val="FFFFFF"/>
                </a:solidFill>
                <a:latin typeface="Calibri"/>
              </a:rPr>
              <a:t>Nu amâna!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*	*</a:t>
            </a:r>
            <a:r>
              <a:rPr i="1" sz="4800">
                <a:solidFill>
                  <a:srgbClr val="FFFFFF"/>
                </a:solidFill>
                <a:latin typeface="Calibri"/>
              </a:rPr>
              <a:t>Vei regreta!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Ultima chemare Domnul cu răbdare pentru tin’ va repeta.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1" i="0"/>
              <a:t>Într-o zi-L vei auzi, vocea Lui te va trezi,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Într-o zi-L vei auzi, vocea Lui te va trezi,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Când Isus revine ca să ia la Sine pe iubitul Său popor.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Prea târziu atunci va fi să-I deschizi spre a-L primi.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Domnul e aproape, poate chiar la noapte vine ca judecător.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</a:t>
            </a:r>
            <a:r>
              <a:rPr b="1" i="0"/>
              <a:t>O, deschide-I, nu mai sta!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b="1" sz="4800">
                <a:solidFill>
                  <a:srgbClr val="FFFFFF"/>
                </a:solidFill>
                <a:latin typeface="Calibri"/>
              </a:rPr>
              <a:t>O, deschide-I, nu mai sta!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*	*</a:t>
            </a:r>
            <a:r>
              <a:rPr i="1" sz="4800">
                <a:solidFill>
                  <a:srgbClr val="FFFFFF"/>
                </a:solidFill>
                <a:latin typeface="Calibri"/>
              </a:rPr>
              <a:t>Vrea să intre-n casa ta.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Singura fiinţă ce e în putinţă a te binecuvânta. :/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	</a:t>
            </a:r>
            <a:r>
              <a:rPr b="1" sz="4800">
                <a:solidFill>
                  <a:srgbClr val="FFFFFF"/>
                </a:solidFill>
                <a:latin typeface="Calibri"/>
              </a:rPr>
              <a:t>Nu amâna!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*	*</a:t>
            </a:r>
            <a:r>
              <a:rPr i="1" sz="4800">
                <a:solidFill>
                  <a:srgbClr val="FFFFFF"/>
                </a:solidFill>
                <a:latin typeface="Calibri"/>
              </a:rPr>
              <a:t>Vei regreta!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Ultima chemare Domnul cu răbdare pentru tin’ va repeta.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