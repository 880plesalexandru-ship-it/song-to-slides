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Pe-oceanul infinit cu valuri grija m-a cuprins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Pe-oceanul infinit cu valuri grija m-a cuprins,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Plutesc pe valuri obosit, cu catargul zdrenţuit.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Lovit de valuri sunt mereu, dar mai nădăjduiesc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Tine, Doamne, mă încred, pe Tine Te iubesc.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 încred în Tine, Doamne,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 încred în Tine,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Orişice s-ar întâmpla,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Toată viaţa mea, Isuse,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 voi binecuvânta.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Pe-oceanul infinit cu valuri noaptea m-a cuprins,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Pe-oceanul infinit cu valuri noaptea m-a cuprins,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Plutesc pe valuri obosit, sunt deznădăjduit.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Privesc în noapte, singur sunt, n-am niciun ajutor,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Lovit de valuri sunt, Isus, vino fii salvator!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Mă încred în Tine, Doamne,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 încred în Tine,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Orişice s-ar întâmpla,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Toată viaţa mea, Isuse,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 voi binecuvânta.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depărtări zăresc lumină-acolo eu plutesc,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depărtări zăresc lumină-acolo eu plutesc,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Acolo vreau să ancorez, pe malul Tău ceresc.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înfrunta orice necaz, eu nu mă îndoiesc,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eşti salvatorul meu, prin Tine eu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Eşti speranţa mea, Isuse,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speranţa mea, Isuse,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Chiar de simt că sunt înfrânt,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Te rog nu mă lăsa singur,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Salvatorul meu iubit.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