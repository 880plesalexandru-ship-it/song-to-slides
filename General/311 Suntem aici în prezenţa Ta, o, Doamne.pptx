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Suntem aici în prezenţa Ta, o, Doamne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Suntem aici în prezenţa Ta, o,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Vrem să Te-ascultăm, să Te lăudăm, o, Doamne.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Tău cel Sfânt, revarsă-L peste noi, Isuse,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Pacea Ta cerească, în inimi să locuiască, Isuse.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 mare, sfânt, măreţ şi minunat,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 mare, sfânt, măreţ şi minunat,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Eşti Doamne, Dumnezeule Preaînalt,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Înconjurat cu slavă şi splendoare,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ţara unde veşnic e sărbătoare.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