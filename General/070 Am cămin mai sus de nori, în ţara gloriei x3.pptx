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Am cămin mai sus de nori, în ţara gloriei /x3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Am cămin mai sus de nori, în ţara gloriei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vine Isus.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 Da, Isus, da, Isus, aminteşte-mă  /x3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Da, Isus, da, Isus, aminteşte-mă 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Tu vei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 Jos port crucea, sus cununa-n ţara gloriei  /x3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Jos port crucea, sus cununa-n ţara gloriei 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vine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 Da, Isus, da, Isus, aminteşte-mă  /x3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Da, Isus, da, Isus, aminteşte-mă 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Tu vei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 Dacă Îl aştepţi pe Isus în cer vei intra  /x3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Dacă Îl aştepţi pe Isus în cer vei intra 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vine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 Da, Isus, da, Isus, aminteşte-mă  /x3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Da, Isus, da, Isus, aminteşte-mă 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Tu vei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 De veghezi întruna, pe Isus Îl vei vedea  /x3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 De veghezi întruna, pe Isus Îl vei vedea 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vine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 Da, Isus, da, Isus, aminteşte-mă  /x3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Da, Isus, da, Isus, aminteşte-mă 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Tu vei veni.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