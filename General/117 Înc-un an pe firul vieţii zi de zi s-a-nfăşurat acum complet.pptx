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Înc-un an pe firul vieţii zi de zi s-a-nfăşurat acum complet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Înc-un an pe firul vieţii zi de zi s-a-nfăşurat acum complet,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Bucurii ce-au trecut iute sau dureri şi nevoi s-au scurs încet.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Cine poate şti ce-aduce anul care-n faţă stă ca un mister?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Cine poate şti ce-aduce anul care-n faţă stă ca un mister?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Va aduce el o alinare celor ce mereu o cer?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Înc-un an a smuls din inimi pe-unii dragi şi iubiţi din jurul nost’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Înc-un an a smuls din inimi pe-unii dragi şi iubiţi din jurul nost’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Au plecat plini de nădejde sau cu groază c-au trăit fără rost.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Cine poate şti ce-aduce anul, câţi în el vor mai putea păşi?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2/5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Cine poate şti ce-aduce anul, câţi în el vor mai putea păşi?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Va fi oare el o întâlnire sau pe mulţi va despărţi?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Înc-un an, ce-nseamnă aceasta? E un nou, un nou tribut din viaţa 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Înc-un an, ce-nseamnă aceasta? E un nou, un nou tribut din viaţa ta.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Cercetează-te! Ce fel de lucruri ai făcut şi care e valoarea lor?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Cine poate şti ce-aduce anul dacă-n el te vei putea trezi?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3/5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Cine poate şti ce-aduce anul dacă-n el te vei putea trezi?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Sau înfăşurat mai tare-n pofte fără griji tu vei trăi?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Înc-un an e taina vieţii nu lua în deşert cursul lui.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Înc-un an e taina vieţii nu lua în deşert cursul lui.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Niciodată nu te poţi întoarce, ci grăbeşte-te să fii în pasul lui.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Cine poate şti mii de regrete ce sfâşie inima cu-amar.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4/5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Cine poate şti mii de regrete ce sfâşie inima cu-amar.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Vei găsi în an nici pic de milă de-ţi pierzi timpul în zadar.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Înc-un an începe-acuma, nu te înşela amar cu vorbe dulci.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5/5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Înc-un an începe-acuma, nu te înşela amar cu vorbe dulci.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Scoală-te, priveşte bine ce-ai făcut, ce-ai adus, ce poţi s-aduci.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Dacă pe Isus urmezi în viaţă barca ta îţi va pluti uşor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5/5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Dacă pe Isus urmezi în viaţă barca ta îţi va pluti uşor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atuncea când e în pericol El te apără din nou.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