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Tu te-ai oprit, Isuse, lângă 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te-ai oprit, Isuse, lângă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m-ai chemat să merg pe calea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Cu-atâta drag Tu m-ai atras spre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nici un val din lumea de suspine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mă mai poate lua din mâna Ta! : 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te-ai oprit, Isuse, lângă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lacrima mi-ai șters cu mâna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Mi-ai spus că pacea este doar la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foc din Duhul Sfânt ai pus în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să trăiesc de-atunci prin viața Ta! : 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te-ai oprit, Isuse, lângă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tainic m-ai chemat pe urma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Dar nori de neguri vin ades spre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Ajută-mă să pot atunci, Stăpâne,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noapte să zăresc Lumina Ta! : 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te-ai oprit, Isuse, lângă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nu mai vreau acum un alt alin!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 ce-aș putea să Te compar, Stăpâne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nimenea nu poate fi ca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Atât de Bun, de Mare și de Sfânt? : 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te-ai oprit, Isuse, lângă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nu mai pot uită privirea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Oh, ține-mă în Har și azi, și mâine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mai pot pleca de lângă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Tu să faci ce vrei cu viața mea! : 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