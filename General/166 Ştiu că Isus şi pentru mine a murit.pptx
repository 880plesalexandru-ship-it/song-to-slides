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Ştiu că Isus şi pentru mine a murit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că Isus şi pentru mine a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Luând asupra Lui păcatul întregii lumi.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pentru mine-a suferit, a fost bătut, scuipat, batjocorit.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Domnul meu, fii în veci slăvit!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Trăiesc prin credinţa-n Isus Hristos,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Trăiesc prin credinţa-n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viaţă prin credinţa-n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sunt salvat, sunt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dragostea lui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Dumnezeu m-a iertat, în locul meu S-a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mântuit prin Domnul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Trăiesc prin credinţa-n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salvat prin credinţa-n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Ştiu că Isus păcatul a biruit,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că Isus păcatul a biruit,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Satan a fost înfrânt prin jertfa de pe Golgota.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chiar dacă voi fi şi eu lovit şi ispitit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credinţă am biruinţa.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Trăiesc prin credinţa-n Isus Hristos,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Trăiesc prin credinţa-n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viaţă prin credinţa-n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sunt salvat, sunt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dragostea lui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Dumnezeu m-a iertat, în locul meu S-a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mântuit prin Domnul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Trăiesc prin credinţa-n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 salvat prin credinţa-n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