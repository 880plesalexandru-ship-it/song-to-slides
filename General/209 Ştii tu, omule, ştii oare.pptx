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Ştii tu, omule, ştii oare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Ştii tu, omule, ştii 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a murit pe lemn Isus,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Ştii tu cum de bună voie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fost răstignit pe lemn Isus,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ceruri S-a rugat: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„Iartă-i, Doamne, căci nu ştiu ce fac!”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Umilit, însângerat.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„Iartă-i, Doamne, căci nu ştiu ce fac!”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te aflai tu, 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tău de nu-l lua Isus,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văpăi ne-ndurătoare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ardeau de nu era Isus,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la ceruri S-a rugat: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„Iartă-i, Doamne, căci nu ştiu ce fac!”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Umilit, însângerat.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„Iartă-i, Doamne, căci nu ştiu ce fac!”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El pe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 iubit şi te doreşte sus,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ajungi şi tu în ceruri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fii alături de Isus,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S-a rugat: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„Iartă-i, Doamne, căci nu ştiu ce fac!”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Umilit, însângerat.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„Iartă-i, Doamne, căci nu ştiu ce fac!”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