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Când Isus Hristos m-a mântuit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Isus Hristos m-a mântuit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Har din harul Său, El mi-a dăruit.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Pacea Lui mă face fericit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mă-ndeamnă-ntruna să Îi cânt.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Doamne, Te slăvesc şi Îţi mulţumesc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Doamne, Te slăvesc şi Îţi mulţumesc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bunătatea-Ţi mare,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încercări, binecuvântări,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Doamne, azi Îţi mulţumesc.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Viaţa mea-împreună cu Isus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mea-împreună cu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un cer senin, cer de soare plin.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Frică, griji, nevoi eu nu cunosc,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de toate de la El primesc.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Doamne, Te slăvesc şi Îţi mulţumesc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Doamne, Te slăvesc şi Îţi mulţumesc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bunătatea-Ţi mare,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încercări, binecuvântări,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Doamne, azi Îţi mulţumesc.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Vreau să ştie toţi că-s fericit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să ştie toţi că-s fericit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Isus al meu ce m-a mântuit.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de-acum doar Lui să Îi slujesc,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viaţa mea să-I mulţumesc.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Doamne, Te slăvesc şi Îţi mulţumesc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Doamne, Te slăvesc şi Îţi mulţumesc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bunătatea-Ţi mare,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încercări, binecuvântări,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Doamne, azi Îţi mulţumesc.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