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Eu sunt un om, sunt doar un 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Eu sunt un om, sunt doar un om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Ajută-mi, te rog să cred mai mult ce pot a fi,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cred mai mult în al meu Domn,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Învaţă-mă să Te slujesc timp de o zi.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timp de o zi, Isuse, atât este tot ce-mi doresc.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timp de o zi, Isuse, atât este tot ce-mi doresc.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dă-mi Tu puteri ce-am de făcut să-nfăptuiesc.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mâine nu ştiu, Isuse, dacă va mai fi încă-o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ştiu timpul când viaţa mea se va sfârşi.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Îmi amintesc când pe Pământ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Îmi amintesc când pe Pământ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Cu oameni umblai şi le vorbeai prin Duhul Sfânt.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vin’ şi azi, prezent să fii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ne vorbeşti prin Duhul Tău timp de o zi.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 timp de o zi, Isuse, atât este tot ce-mi doresc.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timp de o zi, Isuse, atât este tot ce-mi doresc.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O, dă-mi Tu puteri ce-am de făcut să-nfăptuiesc.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mâine nu ştiu, Isuse, dacă va mai fi încă-o zi,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ştiu timpul când viaţa mea se va sfârşi.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