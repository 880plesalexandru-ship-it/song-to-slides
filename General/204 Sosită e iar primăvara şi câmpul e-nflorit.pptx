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Sosită e iar primăvara şi câmpul e-nflorit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Sosită e iar primăvara şi câmpul e-nflorit,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Văzduhul e plin de miresme, de cânt şi ciripit.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Dar primăvara vieţii e cel mai mare dar,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 1/2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Dar primăvara vieţii e cel mai mare dar,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Cu Isus rămâne frumoasă ca un mărgăritar.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Câmpia e împodobită cu un frumos covor,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Câmpia e împodobită cu un frumos covor,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Cu ierburi şi flori minunate în mii şi mii de culori.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Dar primăvara vieţii e cel mai mare dar,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 1/2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Dar primăvara vieţii e cel mai mare dar,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Cu Isus rămâne frumoasă ca un mărgăritar.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Din suflet înalţ o cântare spre bunul Creator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Din suflet înalţ o cântare spre bunul Creator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Ce-a dat pe Isus ca să fie al meu Mântuitor.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Dar primăvara vieţii e cel mai mare dar,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 2/2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Dar primăvara vieţii e cel mai mare dar,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O pun azi întreagă ca jertfă pe-al inimii altar.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