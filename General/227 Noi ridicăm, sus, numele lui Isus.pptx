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Noi ridicăm, sus, numele lui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ridicăm, sus, numele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înălţăm pe Isus Hristos ca Domn,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 lăudăm, numai Tu eşti Rege,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Numai Ţie cinste vrem să-Ţi dăm.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