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Pe mare-n corabie acum navigam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mare-n corabie acum navigam,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Prin valuri talazuri furtuna.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„Zadarnica-i truda nu-i chip sa scăpam”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Spuneau ucenicii întruna.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Dar este speranță nu-i totul distrus,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este speranță nu-i totul distrus,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noi in corabie este Isus,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Chiar daca-i furtună si viforu-i greu,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Isus strigă mării: „La cârmă sunt Eu!”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Se clatină barca, prin beznă vâslim,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Se clatină barca, prin beznă vâslim,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Si totul in jur este noapte.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Prin beznă lumina pe maluri zărim,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malul e încă departe.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Dar este speranță nu-i totul distrus,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este speranță nu-i totul distrus,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noi in corabie este Isus,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Chiar daca-i furtună si viforu-i greu,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Isus strigă mării: „La cârmă sunt Eu!”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Sleiți de putere, dar nu disperați,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Sleiți de putere, dar nu disperați,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Mereu cu credință prin valuri,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Spre țărm și-azi vâslesc, mulțime de frați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Dorind sa ajungă la maluri.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Dar este speranță nu-i totul distrus,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este speranță nu-i totul distrus,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noi in corabie este Isus,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Chiar daca-i furtună si viforu-i greu,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Isus strigă mării: „La cârmă sunt Eu!”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La țărm vom ajunge prin valuri vâslim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 țărm vom ajunge prin valuri vâslim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Cârmaciul ne duce-ntr-acolo.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Frumoasă-întâlnire va fi în curând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sfinții, cu frații, cu Domnul.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Dar este speranță nu-i totul distrus,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este speranță nu-i totul distrus,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noi in corabie este Isus,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Chiar daca-i furtună si viforu-i greu,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Isus strigă mării: „La cârmă sunt Eu!”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