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pământ e suferință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e suferință,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e mult necaz,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privim crezând în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 promis curând se va sfârși!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zbura, voioși spre ceruri,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zbura, voioși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 și vom uita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necaz și suferință,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ne-am bucura.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Pribegind prin lume-aceasta,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Pribegind prin lume-aceasta,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Pribegim și după cer tânjim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dorim casa cerească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 dorim cu Domnul 'nost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zbura, voioși spre ceruri,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zbura, voioși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 și vom uita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necaz și suferință,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ne-am bucura.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Orice lacrimă va dispărea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lacrimă va dispărea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orice durere va-nceta.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fi pururea-n prezența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bucurie îl vom lăuda!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Vom zbura, voioși spre ceruri,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zbura, voioși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zbura și vom uita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necaz și suferință,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ne-am bucura.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