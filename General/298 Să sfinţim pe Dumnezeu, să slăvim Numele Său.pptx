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Să sfinţim pe Dumnezeu, să slăvim Numele Său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sfinţim pe Dumnezeu, să slăvim Numele Său,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privim spre lumina Lui de 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aducem mulţumiri pentru jertfa lui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S-avem parte de gloria Lui.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Pentru că Isus Hristos El este Domnul,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că Isus Hristos El este Domnul,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Mântuitorul, jertfit pe cruce,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că Isus Hristos e Dumnezeul,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Adevărat din Dumnezeu adevărat.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că Isus Hristos El e lumina,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Tăria noastră şi pacea noastră,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că Isus Hristos El e iubirea,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El găsim înţelepciunea lui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citim tot mai mult din Cuvântul Domnului,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citim tot mai mult din Cuvântul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vestim bunătatea 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lăudăm Numele Lui prin credinţă şi prin cânt,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trezim lumea din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Pentru că Isus Hristos El este Domnul,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că Isus Hristos El este Domnul,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Mântuitorul, jertfit pe cruce,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că Isus Hristos e Dumnezeul,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Adevărat din Dumnezeu adevărat.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că Isus Hristos El e lumina,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Tăria noastră şi pacea noastră,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că Isus Hristos El e iubirea,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El găsim înţelepciunea lui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chemăm din pierzare azi pe toţi cei rătăciţi,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chemăm din pierzare azi pe toţi cei rătăciţi,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lumină, la sfântul adevăr.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S-ascultăm de Hristos, singurul Mântuitor,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predăm viaţa noastră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Pentru că Isus Hristos El este Domnul,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că Isus Hristos El este Domnul,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Mântuitorul, jertfit pe cruce,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că Isus Hristos e Dumnezeul,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Adevărat din Dumnezeu adevărat.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că Isus Hristos El e lumina,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Tăria noastră şi pacea noastră,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că Isus Hristos El e iubirea,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El găsim înţelepciunea lui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