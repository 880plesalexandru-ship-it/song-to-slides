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Întoarce-te la dragostea dintâi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la dragostea dintâi!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Întoarce-te, o, până când rămâi?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la ceea ce-ai pierdut,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ta, iubire din trecut.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Celui ce va birui, celui ce va birui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Celui ce va birui, celui ce va birui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Îi voi da să mănânce din pomul vieţii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	   Din raiul lui Dumnezeu.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   Din raiul lui Dumnezeu.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Celui ce va birui, celui ce va birui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Celui ce va birui, celui ce va birui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Îi voi da să mănânce din pomul vieţii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Întoarce-te, o, nu mai sta pe loc!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Întoarce-te, o, nu mai sta pe loc!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Adu-ţi aminte de-al iubirii foc,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pentru Domnul tu te-ai ostenit,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dragostea dintâi tu L-ai primit.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Celui ce va birui, celui ce va birui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Celui ce va birui, celui ce va birui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Îi voi da să mănânce din pomul vieţii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Întoarce-te că dacă nu, să ştii,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că dacă nu, să ştii,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sfântă te va părăsi.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va lua tot ceea ce ţi-a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sfeşnicul din loc va fi mutat.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Celui ce va birui, celui ce va birui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Celui ce va birui, celui ce va birui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Îi voi da să mănânce din pomul vieţii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	   Din raiul lui Dumnezeu, :/ </a:t>
            </a:r>
            <a:r>
              <a:rPr b="1" i="0"/>
              <a:t>din raiul lui Dumnezeu</a:t>
            </a:r>
            <a:r>
              <a:rPr b="0" i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   Din raiul lui Dumnezeu, :/ </a:t>
            </a:r>
            <a:r>
              <a:rPr b="1" sz="4800">
                <a:solidFill>
                  <a:srgbClr val="FFFFFF"/>
                </a:solidFill>
                <a:latin typeface="Calibri"/>
              </a:rPr>
              <a:t>din raiul lui Dumnezeu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Celui ce va birui, celui ce va birui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Celui ce va birui, celui ce va birui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Îi voi da să mănânce din pomul vieţii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