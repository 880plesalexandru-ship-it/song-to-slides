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Valuri izbesc în jurul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Valuri izbesc în jurul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nu mă tem cu Domnul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pace am la infinit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 Isus, Domnul iubit.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Conduce El</a:t>
            </a:r>
            <a:r>
              <a:rPr b="0" i="0"/>
              <a:t>, </a:t>
            </a:r>
            <a:r>
              <a:rPr b="1" i="0"/>
              <a:t>conduce El</a:t>
            </a:r>
            <a:r>
              <a:rPr b="0" i="0"/>
              <a:t>, </a:t>
            </a:r>
            <a:r>
              <a:rPr b="0" i="1"/>
              <a:t>şi vasul meu</a:t>
            </a:r>
            <a:r>
              <a:rPr b="0" i="0"/>
              <a:t>,</a:t>
            </a:r>
            <a:r>
              <a:rPr b="1" i="0"/>
              <a:t> şi vasul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pot fi mereu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pot fi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Mă-ncred în Domnul pe deplin.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Furtunile revin şi trec,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Furtunile revin şi trec,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liniştit ’nainte merg.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Oricât de mult voi fi izbit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cu Isus, Domnul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Conduce El</a:t>
            </a:r>
            <a:r>
              <a:rPr b="0" i="0"/>
              <a:t>, </a:t>
            </a:r>
            <a:r>
              <a:rPr b="1" i="0"/>
              <a:t>conduce El</a:t>
            </a:r>
            <a:r>
              <a:rPr b="0" i="0"/>
              <a:t>, </a:t>
            </a:r>
            <a:r>
              <a:rPr b="0" i="1"/>
              <a:t>şi vasul meu</a:t>
            </a:r>
            <a:r>
              <a:rPr b="0" i="0"/>
              <a:t>,</a:t>
            </a:r>
            <a:r>
              <a:rPr b="1" i="0"/>
              <a:t> şi vasul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pot fi mereu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pot fi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Mă-ncred în Domnul pe deplin.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Mereu eu am pe Domnul meu,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eu am pe Domnul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Cârma-i la El, eu sunt al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pace am la infinit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 Isus, Domnul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Conduce El</a:t>
            </a:r>
            <a:r>
              <a:rPr b="0" i="0"/>
              <a:t>, </a:t>
            </a:r>
            <a:r>
              <a:rPr b="1" i="0"/>
              <a:t>conduce El</a:t>
            </a:r>
            <a:r>
              <a:rPr b="0" i="0"/>
              <a:t>, </a:t>
            </a:r>
            <a:r>
              <a:rPr b="0" i="1"/>
              <a:t>şi vasul meu</a:t>
            </a:r>
            <a:r>
              <a:rPr b="0" i="0"/>
              <a:t>,</a:t>
            </a:r>
            <a:r>
              <a:rPr b="1" i="0"/>
              <a:t> şi vasul meu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conduce El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şi vasul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liniştit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pot fi mereu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pot fi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eu nu mă tem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când valuri vin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Mă-ncred în Domnul pe deplin.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