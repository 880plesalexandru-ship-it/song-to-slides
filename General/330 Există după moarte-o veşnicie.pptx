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Există după moarte-o veşnicie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Există după moarte-o veşnicie,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Există după moarte-un nesfârşit,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nesfârşit de chin sau bucurie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Depinde cum aici tu ai trăit.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 te-nşeli crezând că după moarte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 va sfârşi cu tine şi atât,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Vei da-n curând o mare socoteală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tot ce ai făcut pe-acest Pământ.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Viaţa ta e bună sau rea?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Viaţa ta e bună sau rea?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rai sau iad vei merge cu ea?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curând se va sfârşi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care veşnicie curând vei păşi?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Tu n-ai primit pe bun Mântuitorul,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n-ai primit pe bun Mântuitorul,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eşti un rob păcatului şi-acum,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Trăieşti în lume amăgit de pofte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tu n-ai fost nicicând un fericit.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stai o dată azi şi te gândeşte,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vrei să faci şi cui i te predai?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Există însă viaţă după moarte,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după moarte pocăinţă n-ai.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Viaţa ta e bună sau rea?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Viaţa ta e bună sau rea?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rai sau iad vei merge cu ea?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curând se va sfârşi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care veşnicie curând vei păşi?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