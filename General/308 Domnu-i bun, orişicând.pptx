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Domnu-i bun, orişicând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treci, prin valea morţii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sunt umbre-n jurul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Mâna Lui, te va conduce,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Ocrotit vei fi de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promis că nu te lasă,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 uită, nu eşti părăsit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Domnu-i bun, orişicând,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orişicând,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Recunoscător laudă vreau sa-I cânt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orişicând,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şi-n noaptea grea mă va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Domnu-i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Orişicând.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trăiam cu toţi în noapte,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trăiam cu toţi în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Şi-a arătat,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Tatăl bun, Cel Sfânt din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jertfă L-a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Şi-acum liberi de păcate,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Îndurarea, Lui o vom cânta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Domnu-i bun, orişicând,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orişicând,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Recunoscător laudă vreau sa-I cânt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orişicând,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şi-n noaptea grea mă va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Domnu-i bun, Domnu-i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Orişicând.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