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Ai deschis cerul Tău, ai lăsat slava Ta şi-ai venit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deschis cerul Tău, ai lăsat slava Ta şi-ai venit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mine un biet păcătos.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M-ai iubit aşa mult c-ai murit la Calvar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deschizi ochii mei, să-nţeleg şi să Te slăvesc.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Pentru cântec, speranţă şi rază de soare,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cântec, speranţă şi rază de soare,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Lumină şi pace pe-a mea cărare,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tot ce Tu îmi dai, mulţumesc!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zâmbetul Tău înscris între stele,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Mângâierea Ta în clipele grele,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dragostea Ta revărsată în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închin, recunosc că eşti Domn şi rostesc: „Mulţumesc!”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