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Aş vrea să Te cunosc tot mai mult,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Aş vrea să Te cunosc tot mai mult, Isus,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glorificat, fii în veci lăudat, doar voia Ta s-o fac.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Toate stelele cântă pe Isus, pomii în câmpii saltă de bucurii,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stelele cântă pe Isus, pomii în câmpii saltă de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 voi cânta şi Te voi lăuda, în veci de veci, Doamne.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