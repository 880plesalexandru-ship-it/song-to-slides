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Dintre miile de glasuri, ce mă cheamă spre păcat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Dintre miile de glasuri, ce mă cheamă spre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aleg o voce sfântă, care vrea să fiu salvat.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şi susurul duios, ce adie atât de viu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aud mereu chemarea, ce mă cheamă ca să vin.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vocea Ta, e vocea 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vocea Ta, e vocea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schimbă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vocea Ta, e glasul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 cheamă la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primejdii stau în cale ce mă ameninţă mereu,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primejdii stau în cale ce mă ameninţă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ureche îmi şopteşti să am grijă-n ceasul greu.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orice pas eşti aproape, mă îndrumi cu-a Ta povaţă,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meu, scump Isus, Tu îmi eşti a mea speranţă.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vocea Ta, e vocea 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vocea Ta, e vocea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schimbă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vocea Ta, e glasul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 cheamă la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Vocea Ta îmi va rămâne, dintre toate cea mai dragă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Vocea Ta îmi va rămâne, dintre toate cea mai dragă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 voi iubi mereu, mai mult ca lumea-ntreagă.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o voi preţui, că a fost de partea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tot ea mă va primi, în Împărăţia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 vocea Ta, e vocea 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vocea Ta, e vocea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schimbă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vocea Ta, e glasul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 cheamă la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