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Multele-mi greşeli Tu mi le-ai iertat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Multele-mi greşeli Tu mi le-ai iertat,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mai am păcat, astăzi sunt curat.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Voi spune la toţi despre jertfa Sa,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spune la toţi despre jertfa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Despre-a Lui iubire, în cântarea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Încă de copil mama îmi spunea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Încă de copil mama îmi spunea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 în cer e Isus, poartă grija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Voi spune la toţi despre jertfa Sa,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spune la toţi despre jertfa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Despre-a Lui iubire, în cântarea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credeam vreodată că tristeţea mea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credeam vreodată că tristeţea mea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S-ar duce departe şi c-o voi uita.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Voi spune la toţi despre jertfa Sa,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spune la toţi despre jertfa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Despre-a Lui iubire, în cântarea mea.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Reîntors acasă, lângă Tatăl meu,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Reîntors acasă, lângă Tatăl meu,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pace deplină în sufletul meu.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Voi spune la toţi despre jertfa Sa,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spune la toţi despre jertfa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Despre-a Lui iubire, în cântarea mea.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