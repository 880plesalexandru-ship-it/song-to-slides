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faţa tronului de 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faţa tronului de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am un bun apărător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mare preot, pe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La care aflu ajutor.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Săpat eu sunt pe mâna 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Săpat eu sunt pe mâna Sa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pe-a Lui inimă sunt scris,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Iar cât în ceruri El va sta,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Pârâşul meu va fi învins.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Satan când mă va acuza,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Satan când mă va acuza,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Spunându-mi că sunt vinovat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Privesc la Domnul, stânca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Ce-a şters pe cruce-al meu păcat.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Fiindcă Domnul a murit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Fiindcă Domnul a murit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am ajuns neprihănit,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Dreptatea s-a îndeplinit,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Prin moartea Lui sunt mântuit.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iată Mielul înălţat,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iată Mielul înălţat,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Cel nepătat, neprihănit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Cuvântul viu şi întrupat,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 Rege-al regilor slăvit.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Unit cu El nu voi muri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Unit cu El nu voi muri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sânge m-a răscumpărat,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Voi fi cu El în veşnicii,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Cu Domnul meu glorificat!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