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 acest Pământ suntem trecători, ne-am născut şi vom pleca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acest Pământ suntem trecători, ne-am născut şi vom pleca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un loc etern şi-o viaţă fără-apus.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cer, în paradis sau în iad nestins, decizia tu o faci acum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Mergi cu Dumnezeu sau cu Satan pe drum.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Uşa harului, uşa harului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Uşa harului, uşa harului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Stă deschisă înaintea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vei intra viaţă vei afla,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te cheamă-acum, nu amâna!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Astăzi încă-o dat’ harul ţi-a fost dat să te împaci cu Dumnezeu,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încă-o dat’ harul ţi-a fost dat să te împaci cu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Primeşte-L pe Isus Hristos ca Domn al tău.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Fiindcă te-a iubit pe-o cruce a murit şi-a înviat a treia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Mântuire-n dar îţi dă, o vei primi?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Uşa harului, uşa harului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Uşa harului, uşa harului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Stă deschisă înaintea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Dacă vei intra viaţă vei afla,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Isus te cheamă-acum, nu amâna!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