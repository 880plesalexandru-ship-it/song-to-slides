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sfântă devotare, Isuse, Te urmez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sfântă devotare, Isuse, Te urmez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Supus Îţi calc pe urme în sfântul Tău botez.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Păcate mari şi grele ce eu le-am săvârşit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Tu pe cruce demult le-ai ispăşit.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moartea Ta, Isuse, eu azi m-am îngropat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spre o viaţă nouă cu Tine-am înviat.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 acuma, Doamne, să mă învredniceşti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duc o viaţă sfântă aşa cum Tu doreşti.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clipe de ispite, prigoană sau dureri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le suport pe toate, Te rog să-mi dai puteri.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 să-mi dai puterea, a Duhului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până-n clipa morţii să ţin ăst’ legământ.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