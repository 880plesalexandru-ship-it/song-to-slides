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Te urmez cu drag Tu m-ai chemat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Te urmez cu drag Tu m-ai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Mi-ai spus Isus: „Vino după Mine”.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M-ai copleşit şi-ndată Te-am urmat,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Nimeni nu mi-a vorbit ca şi Tine.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Mărturisesc eşti Domnul vieţii mele,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Mărturisesc eşti Domnul vieţii mele,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mi-ai iertat păcatul la Calvar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sunt născut din nou prin înviere,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Iţi mulţumesc, mi-ai dat şi mie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mă botez şi-n legământ Îţi spun,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mă botez şi-n legământ Îţi spun,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voi urma Isus întotdeauna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Tine nimeni nu-i aşa de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M-aştepţi în cer să-mi dai în dar cununa.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Mă botez, că mi-ai dat şi mie har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Mă botez, că mi-ai dat şi mie har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