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Şi noi fiind înconjuraţi, de-un nor aşa de martori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noi fiind înconjuraţi, de-un nor aşa de martori,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Să-nlăturăm orice păcat, privind spre malul celălalt,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Aşa creştinii au luptat, ei nu s-au dat în lături.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le urmăm c-un dor nespus, credinţa lor supremă,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au luptat şi au învins, creştinii noştri ce s-au stins,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dorul Lui au fost cuprinşi, mergeau cântând pe-arene.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legile-i ameninţau, şi-atunci ei n-aveau frică,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fiarele le slobozeau, pe mici şi mari îi sfâşiau,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ei de dor mai mult ardeau, nici de-asta n-aveau frică.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foame istoviţi, de frig, ei pribegeau departe,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munţi şi peşteri alungaţi, prin temniţă în fier legaţi,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Loviţi mai crud şi-ameninţaţi, de Domnul nu-i desparte.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Cântau al mântuirii cânt, mergând pe orice cale,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Şi-atuncea când intrau pe rând, în subterane toţi cântând,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Celui ce zice “Vin curând, vegheaţi în aşteptare!”.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6/7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am să vin ca şi un hoţ, în noaptea cea târzie,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Vegheaţi, păziţi a Mele porţi şi-atunci Eu n-am să vin ca hoţ,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voi striga la voi la toţi: “Mireasa Mea să vină !”.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7/7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vremea ce ne-a mai rămas, să stăm în aşteptare,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Şi înapoi nu, nici un pas, ’nainte, să nu dăm răgaz,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Căci vine Mirele chiar azi, să Îi cântăm: “Osana !”.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