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Fiindcă atât de mult ne-a iubit Dumnezeu, că a trimis în lume Fiul Său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Fiindcă atât de mult ne-a iubit Dumnezeu, că a trimis în lume Fiul Său,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Fiindcă atât de mult El ne-a iubit, căci şi-a lăsat Fiul răstignit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Ca oricine crede, să nu piară, ca oricine crede, să nu moară,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Ca oricine crede, să nu piară, ca oricine crede, să nu moară,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Ca oricine crede, să primească viaţă-n dar,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jertfa lui Isus, de pe Calvar.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