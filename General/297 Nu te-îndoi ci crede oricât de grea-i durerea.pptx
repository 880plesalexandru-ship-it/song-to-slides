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te-îndoi ci crede oricât de grea-i durerea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te-îndoi ci crede oricât de grea-i durerea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Domnul te mai poate vindeca,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El este puterea, la El e mângâierea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ştie cât de grea e boala 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putere, putere, în numele Isus,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putere, putere, în numele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iertare, iertare, în sângele ce-a curs,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iubire, salvare şi vindecare-n dar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putere în jertfa din Calvar.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la scăldătoare, a vindecat ologul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la scăldătoare, a vindecat ologul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nimeni nu-I venea în ajutor,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azi are putere, şi azi întinde braţul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Acel ce-a dat lumină orbilor.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putere, putere, în numele Isus,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putere, putere, în numele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iertare, iertare, în sângele ce-a curs,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iubire, salvare şi vindecare-n dar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putere în jertfa din Calvar.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 vindecat leproşii, chiar şi demonizaţii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vindecat leproşii, chiar şi demonizaţii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a adus salvarea tuturor,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unim cu toţii, să ne rugăm toţi fraţii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mai coboare Domnul în popor.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putere, putere, în numele Isus,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putere, putere, în numele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iertare, iertare, în sângele ce-a curs,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iubire, salvare şi vindecare-n dar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putere în jertfa din Calvar.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te-îndoi ci crede, căci Domnul se îndură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te-îndoi ci crede, căci Domnul se îndură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Sângele cel sfânt ai fost spălat,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Adu-ţi aminte astăzi, ce scrie în Scriptură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poţi pleca acasă vindecat.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putere, putere, în numele Isus,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putere, putere, în numele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iertare, iertare, în sângele ce-a curs,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iubire, salvare şi vindecare-n dar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putere în jertfa din Calvar.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