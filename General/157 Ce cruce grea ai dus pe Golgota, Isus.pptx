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Ce cruce grea ai dus pe Golgota, Isus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cruce grea ai dus pe Golgota,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ea era mai grea fărădelegea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Ce-adânc ai suferit să pot fi mântuit,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Adânc Îţi mulţumesc, o, Miel dumnezeiesc.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plin şi-amar pahar băut-ai pe Calvar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Şi-amaru-acesta greu a fost păcatul meu.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Ce-adânc ai zbuciumat să pot fi-n veci iertat,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Adânc Îţi mulţumesc, o, Miel dumnezeiesc.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Ce-ntunecat mormânt avut-ai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eu Ţi l-am gătit prin tot ce-am făptuit.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Ce-adânc în cel mai jos ai stat să fiu eu scos,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Adânc Îţi mulţumesc, o, Miel dumnezeiesc.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