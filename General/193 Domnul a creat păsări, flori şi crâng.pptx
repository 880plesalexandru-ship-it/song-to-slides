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Domnul a creat păsări, flori şi crâng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a creat păsări, flori şi crâng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Şi-acei crini ce frumos înfloresc.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parfum minunat Domnul a presărat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îl sorbi îndată te înveseleşti.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Dar tu, spune, omule, ce eşti trecător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tu, spune, omule, ce eşti trecător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N-ar trebui să-L serveşti pe Creator,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eşti cea mai minunată făptură din toate?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Iată un ghiocel, creşte-ncetinel,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Iată un ghiocel, creşte-ncetinel,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De-l priveşti îţi spune şi el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De-al său Creator, de-al său Ziditor,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Cum şi lui i-a dat Domnul viaţă la fel.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Dar tu, spune, omule, ce eşti trecător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tu, spune, omule, ce eşti trecător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N-ar trebui să-L serveşti pe Creator,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eşti cea mai minunată făptură din toate?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Păsările-n crâng cântă ne-ncetat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Păsările-n crâng cântă ne-ncetat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Şi-I dau slavă Celui Preaînalt,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El a creat în chip minunat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izvoarele ce curg neîncetat.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Dar tu, spune, omule, ce eşti trecător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tu, spune, omule, ce eşti trecător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N-ar trebui să-L serveşti pe Creator,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eşti cea mai minunată făptură din toate?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