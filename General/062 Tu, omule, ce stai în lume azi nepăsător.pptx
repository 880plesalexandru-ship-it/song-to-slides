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Tu, omule, ce stai în lume azi nepăsător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Tu, omule, ce stai în lume azi nepăsător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Dumnezeu a toate creator,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Făptura cea mai minunată pe Pământ tu 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mai presus ca astrele cereşti.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Priveşte-acum şi stai, vezi boabe-n spic tu ai,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Priveşte-acum şi stai, vezi boabe-n spic tu 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nu te-înşeli, să fii numai un pai,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Cel ce te-a creat şi te-a răscumpărat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vrea la Sine să te ia curat.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soare, lună, stele ce pe cer acum lucesc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soare, lună, stele ce pe cer acum lucesc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Dumnezeu toate-L mărturisesc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toate Îl ascultă şi-L privesc în mersul lor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Dumnezeu Atotstăpânitor.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Priveşte-acum şi stai, vezi boabe-n spic tu ai,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Priveşte-acum şi stai, vezi boabe-n spic tu 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nu te-înşeli, să fii numai un pai,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Cel ce te-a creat şi te-a răscumpărat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vrea la Sine să te ia curat.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toate Dumnezeu le-a făurit prin voia 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toate Dumnezeu le-a făurit prin voia Sa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toate prin Cuvânt se vor schimba,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omul care este-n lume astăzi muritor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trăi veşnic cu-al său creator.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Priveşte-acum şi stai, vezi boabe-n spic tu ai,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Priveşte-acum şi stai, vezi boabe-n spic tu 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nu te-înşeli, să fii numai un pai,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Cel ce te-a creat şi te-a răscumpărat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vrea la Sine să te ia curat.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Priveşte-acum şi uită-te la-întregul Univers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Priveşte-acum şi uită-te la-întregul Univers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toate au o slujbă, au un mers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toate fără sunet, fără grai mărturisesc,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Ascultă şi porunca-I împlinesc.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Priveşte-acum şi stai, vezi boabe-n spic tu ai,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Priveşte-acum şi stai, vezi boabe-n spic tu 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nu te-înşeli, să fii numai un pai,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Cel ce te-a creat şi te-a răscumpărat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vrea la Sine să te ia curat.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Tu, omule, cum stai în lume azi nepăsător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Tu, omule, cum stai în lume azi nepăsător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ai un Tată-aşa de iubitor?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te-a iubit şi te-a răscumpărat prin Fiul Său,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şi tu fiul lui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Priveşte-acum şi stai, vezi boabe-n spic tu ai,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Priveşte-acum şi stai, vezi boabe-n spic tu 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nu te-înşeli, să fii numai un pai,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Cel ce te-a creat şi te-a răscumpărat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vrea la Sine să te ia curat.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Moştenitori veţi fi în cer, în casa Tatălui,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Moştenitori veţi fi în cer, în casa Tatălui,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Veţi primi toată slava cerului,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Privind pe tron pe Dumnezeu şi oştirile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Fiul Său şi slava cerului.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Priveşte-acum şi stai, vezi boabe-n spic tu ai,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Priveşte-acum şi stai, vezi boabe-n spic tu 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nu te-înşeli, să fii numai un pai,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Cel ce te-a creat şi te-a răscumpărat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vrea la Sine să te ia curat.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