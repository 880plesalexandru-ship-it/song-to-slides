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Toată încrederea-n Tine-mi pun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Toată încrederea-n Tine-mi pun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O</a:t>
            </a:r>
            <a:r>
              <a:rPr b="1"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Doamne Dumnezeu!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Tu eşti un Tată milos şi bun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O</a:t>
            </a:r>
            <a:r>
              <a:rPr b="1"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Doamne Dumnezeu!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La orice pas, în orice ceas prezenţa Ta doresc,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orice pas, în orice ceas prezenţa Ta doresc,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bucurii sau în necaz cu Tine să trăiesc.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Când inima mea suspină greu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Când inima mea suspină greu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O, Doamne Dumnezeu</a:t>
            </a:r>
            <a:r>
              <a:rPr b="1" sz="4800">
                <a:solidFill>
                  <a:srgbClr val="FFFFFF"/>
                </a:solidFill>
                <a:latin typeface="Calibri"/>
              </a:rPr>
              <a:t>!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Găsesc mângâiere-n braţul Tău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O, Doamne Dumnezeu!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La orice pas, în orice ceas prezenţa Ta doresc,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orice pas, în orice ceas prezenţa Ta doresc,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bucurii sau în necaz cu Tine să trăiesc.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În toată lumea eu n-am aflat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În toată lumea eu n-am aflat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O, Doamne Dumnezeu!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O fericire cum Tu mi-ai dat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O, Doamne Dumnezeu!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La orice pas, în orice ceas prezenţa Ta doresc,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orice pas, în orice ceas prezenţa Ta doresc,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bucurii sau în necaz cu Tine să trăiesc.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Ţie-Ţi predau azi viaţa mea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Ţie-Ţi predau azi viaţa mea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O, Doamne Dumnezeu!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Ca numai Tu să domneşti în ea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O, Doamne Dumnezeu!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La orice pas, în orice ceas prezenţa Ta doresc,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orice pas, în orice ceas prezenţa Ta doresc,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bucurii sau în necaz cu Tine să trăiesc.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