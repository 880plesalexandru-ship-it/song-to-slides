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prin lume umblam după soare alergam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prin lume umblam după soare alergam,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priveam cât de sus se află el,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aflat că aici poţi când cazi să te ridici,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Disperat eu doream să fiu salvat.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alergat la Isus să mă îndrume de 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alergat la Isus să mă îndrume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Cât de mult eu doream să fiu curat.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alergat la Isus să mă-ndrume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Pacea Lui, liniştea-n El eu am aflat.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un zid de granit pe cărare s-a ivit,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un zid de granit pe cărare s-a ivit,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plângeam şi strigam fără răspuns,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aflat că aici este-un plan să te ridici,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Disperat eu strigam către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alergat la Isus să mă îndrume de 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alergat la Isus să mă îndrume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Cât de mult eu doream să fiu curat.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alergat la Isus să mă-ndrume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Pacea Lui, liniştea-n El eu am aflat.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Domnul meu, eu doresc să rămân numai al Tău,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meu, eu doresc să rămân numai al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cărare să merg liniştit,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furtuni mari apar, neclintit să fiu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iubesc şi să fiu şi eu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Am alergat la Isus să mă îndrume de 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alergat la Isus să mă îndrume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Cât de mult eu doream să fiu curat.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Am alergat la Isus să mă-ndrume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Pacea Lui, liniştea-n El eu am aflat.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