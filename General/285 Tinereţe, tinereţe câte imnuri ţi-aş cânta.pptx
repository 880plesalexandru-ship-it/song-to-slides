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Tinereţe, tinereţe câte imnuri ţi-aş cânta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Tinereţe, tinereţe câte imnuri ţi-aş cânta,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Dacă pân’ la bătrâneţe ai fi tot mereu aşa,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Numai zel şi hărnicie, flacără de tainic dor,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Cântec, joc şi bucurie, numai soare fără nori.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Tinereţe, sfinte imnuri ţi-aş cânta,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Tinereţe, sfinte imnuri ţi-aş cânta,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Tinereţe, dacă-ai fi mereu aşa,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Tinereţe, dorul marilor iubiri,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Tinereţe, ai frumoase amintiri.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/: Tinereţe, eşti mai frumoasă azi,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   Nu-mi mai dăruieşti lacrimi pe obraz. :/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Tinereţe, tinereţe, oază într-un larg pustiu,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Tinereţe, tinereţe, oază într-un larg pustiu,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Tu îmi dai senin bineţe să fiu tânăr, veşnic viu.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Dacă gândul tău se duce spre Părintele etern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Înţelegi cum de pe cruce fericirile se-aştern.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Tinereţe, sfinte imnuri ţi-aş cânta,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Tinereţe, sfinte imnuri ţi-aş cânta,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Tinereţe, dacă-ai fi mereu aşa,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Tinereţe, dorul marilor iubiri,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Tinereţe, ai frumoase amintiri.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/: Tinereţe, eşti mai frumoasă azi,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   Nu-mi mai dăruieşti lacrimi pe obraz. :/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Tinereţe, tinereţe, psalmul marilor iubiri,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Tinereţe, tinereţe, psalmul marilor iubiri,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Cel ce ţi-a dat frumuseţe azi te cheamă din priviri.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El îţi împlineşte dorul de-l asculţi în orice zi,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Căci Mesia Salvatorul în curând va reveni.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Tinereţe, sfinte imnuri ţi-aş cânta,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Tinereţe, sfinte imnuri ţi-aş cânta,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Tinereţe, dacă-ai fi mereu aşa,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Tinereţe, dorul marilor iubiri,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Tinereţe, ai frumoase amintiri.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/: Tinereţe, eşti mai frumoasă azi,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   Nu-mi mai dăruieşti lacrimi pe obraz. :/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