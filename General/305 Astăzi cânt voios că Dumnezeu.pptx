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Astăzi cânt voios că Dumnezeu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Astăzi cânt voios că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stăpânul vieţii mele, El e Domnul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Cine pe Pământ, cine-n ceruri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ca Domnul meu, e ca Domnul meu, Isus?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Fără El, flămând şi însetat,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Rătăceam în lumea largă neajutorat,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când m-a găsit El m-a săturat,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mi-a dat să beau, El mi-a dat să beau, din harul Său.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El e fântâna, cu ape vii,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El e fântâna, cu ape vii,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Nimic în lume nu-L poate înlocui,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Stânca de veacuri, păstorul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Râul vieţii, de-a pururi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O, ce fericit sunt cu Domnul meu,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ce fericit sunt cu Domnul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Nicăieri în lume, nu-i altul ca şi El,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e mai de preţ decât tot ce am,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e slava mea, e comoara mea, în veci.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El e fântâna, cu ape vii,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El e fântâna, cu ape vii,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Nimic în lume nu-L poate înlocui,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Stânca de veacuri, păstorul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Râul vieţii, de-a pururi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Chiar de n-ar mai fi râuri pe Pământ,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Chiar de n-ar mai fi râuri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e râul vieţii, limpede şi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Niciodată El nu va seca,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voi bea din El, eu voi bea din El, mereu.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El e fântâna, cu ape vii,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El e fântâna, cu ape vii,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Nimic în lume nu-L poate înlocui,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Stânca de veacuri, păstorul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Râul vieţii, de-a pururi Dumnezeu.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