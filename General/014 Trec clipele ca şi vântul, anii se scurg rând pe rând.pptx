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Trec clipele ca şi vântul, anii se scurg rând pe rând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Trec clipele ca şi vântul, anii se scurg rând pe rând,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Trece viaţa ca gândul şi tu vei pleca în mormânt.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veşnicii vei pleca în curând,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Unde vei fi, în iad sau în locul cel sfânt?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Stai omule şi gândeşte la anii ce trec în zbor,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Vino şi te pocăieşte, vin’ la al tău Salvator!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Vino acum, vino la Isus!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Te-ntorci din drum, ferice vei fi cu El sus.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 vrei să afli iertarea, nu vrei să fii dezrobit?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 vrei să-I dai ascultare, să vii şi să fii mântuit?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 refuza glasul Său duios!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 amâna să vii chiar acum la Hristos!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