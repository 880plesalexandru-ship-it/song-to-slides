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Sunt fascinat de zările senine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fascinat de zările senine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fascinează cerul luminos.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Acolo nu-s nici lacrimi, nici suspine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Acasă vreau în ceruri, la Hristos.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Îmi arde-n piept un dor nespus de mare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în cuvinte nu-i uşor de spus.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Eu zi de zi aştept cu nerăbdare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fiu chemat la sânul lui Isus.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dulce e ca mierea de pe faguri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cânt cu sfinţii mii de melodii.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Mă voi plimba pe străzile de aur,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Cununa cu martirii voi primi.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fascinat că dincolo de nouri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Odihnă, viaţă pururi voi avea.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În trup ceresc cu îngerii în coruri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Un imn de slavă veşnic voi cânta.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