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Tac şi privesc ochii adânci care m-au descătuşat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Tac şi privesc ochii adânci care m-au descătuşat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eram lovit de stânci.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simt o lacrimă de foc ce a curs din ochii Tăi,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iubesc, Domnul meu.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Tu, eşti iubirea mea dintâi,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eşti iubirea mea dintâi,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Primul pas mi l-ai schimbat într-un zbor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vreau să fiu în palma Ta perla care va cânta: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„Te iubesc, Domnul meu.”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Vreau flori de cais ca să-mi presari peste inima ce-acum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flori de cais ca să-mi presari peste inima ce-acum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Ţi-o dau cu iubire-n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dragostea Ta m-a cuprins, azi sunt cel mai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iubesc,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Tu, eşti iubirea mea dintâi,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eşti iubirea mea dintâi,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Primul pas mi l-ai schimbat într-un zbor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vreau să fiu în palma Ta perla care va cânta: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„Te iubesc, Domnul meu.”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când pe nori vei reveni noaptea o vei birui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pe nori vei reveni noaptea o vei birui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voi fi-n veci steaua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Noi, amândoi vom fi mereu, noaptea nu va trece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iubesc,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Tu, eşti iubirea mea dintâi,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eşti iubirea mea dintâi,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Primul pas mi l-ai schimbat într-un zbor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vreau să fiu în palma Ta perla care va cânta: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„Te iubesc, Domnul meu.”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Vin şi Te rog ca să primeşti în grădinile cereşti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 şi Te rog ca să primeşti în grădinile cereşti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pe cel din faţa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o clipă a greşit, vezi cât e de obosit,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Dă-i din dragostea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Tu, eşti iubirea mea dintâi,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eşti iubirea mea dintâi,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Primul pas mi l-ai schimbat într-un zbor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vreau să fiu în palma Ta perla care va cânta: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„Te iubesc, Domnul meu.”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Nu-l izgoni din harul Tău, umple-i inima mereu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Nu-l izgoni din harul Tău, umple-i inima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iubire-n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fă să poată spune-n veci, chiar când vin umbrele reci: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„Te iubesc, Domnul meu:”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Tu, eşti iubirea mea dintâi,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eşti iubirea mea dintâi,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Primul pas mi l-ai schimbat într-un zbor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vreau să fiu în palma Ta perla care va cânta: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„Te iubesc, Domnul meu.”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