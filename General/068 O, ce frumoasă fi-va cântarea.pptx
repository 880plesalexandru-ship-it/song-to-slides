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O, ce frumoasă fi-va cântarea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frumoasă fi-va cântarea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ne vom întâlni,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răsuna-va cerul şi marea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 noastre melodii.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ce frumos va răsuna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ce frumos va răsuna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ce frumos noi vom cânta!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ce frumoase melodii,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mai frumos ca îngerii!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Fără de număr în sărbătoare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de număr în sărbătoare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ramuri de palmieri,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vom cânta o nouă cântare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îngerii în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ce frumos va răsuna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ce frumos va răsuna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ce frumos noi vom cânta!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ce frumoase melodii,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mai frumos ca îngerii!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vom vedea pe Domnul iubirii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vom vedea pe Domnul iubirii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toată slava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dimineaţa reîntâlnirii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toţii vom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ce frumos va răsuna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ce frumos va răsuna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ce frumos noi vom cânta!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ce frumoase melodii,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mai frumos ca îngerii!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