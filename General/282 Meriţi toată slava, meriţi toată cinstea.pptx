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Meriţi toată slava, meriţi toată cinstea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Meriţi toată slava, meriţi toată cinstea,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Meriţi lauda şi închinarea,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Dumnezeule!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Pentru mine-un păcătos L-ai trimis pe Hristos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Sus pe dealul Golgota, ca să poarte vina mea,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fiu salvat, să fiu iertat, prin Isus răscumpărat.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/: Cântăm „Glorie!”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Osana Domnului, slavă şi mărire!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