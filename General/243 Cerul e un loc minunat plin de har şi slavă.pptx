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Cerul e un loc minunat plin de har şi slavă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e un loc minunat plin de har şi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să-L văd pe Domnul meu, cerul e un loc minunat.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 merg acolo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e un loc minunat plin de har şi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să-L văd pe Domnul meu, cerul e un loc minunat.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fi în ceruri sus umblând cu Isus,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în slava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eu am să-I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iertat, spălat de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Domnul Isus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Iertat, spălat de orice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am să-I cânt: „Aleluia!”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Cerul e un loc minunat plin de har şi slavă,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e un loc minunat plin de har şi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să-L văd pe Domnul meu, cerul e un loc minunat.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 merg acolo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e un loc minunat plin de har şi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să-L văd pe Domnul meu, cerul e un loc minunat.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fi în ceruri sus umblând cu Isus,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în slava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eu am să-I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iertat, spălat de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Domnul Isus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Iertat, spălat de orice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am să-I cânt: „Aleluia!”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O, o, o, o, o, o, cerul e în inima mea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o, o, o, o, o, cerul e în inima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O, o, o, o, o, o, cerul e în inima mea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O, o, o, o, o, o, cerul e în inima mea.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fi în ceruri sus umblând cu Isus,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în slava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eu am să-I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iertat, spălat de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Domnul Isus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Iertat, spălat de orice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am să-I cânt: „Aleluia!”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1"/>
              <a:t>Isus pe cruce a murit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Isus pe cruce a murit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Cerul e în inima mea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Pe cruce mult a suferit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Cerul e în inima mea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El a-înviat şi-n cer S-a dus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Cerul e în inima mea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Şi mă aşteaptă-acolo sus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Cerul e în inima mea</a:t>
            </a:r>
            <a:r>
              <a:rPr sz="480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fi în ceruri sus umblând cu Isus,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în slava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eu am să-I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iertat, spălat de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Domnul Isus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Iertat, spălat de orice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am să-I cânt: „Aleluia!”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1" i="0"/>
              <a:t>O, o, o, o, o, o, cerul e în inima mea</a:t>
            </a:r>
            <a:r>
              <a:rPr b="0" i="1"/>
              <a:t>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O, o, o, o, o, o, cerul e în inima mea</a:t>
            </a:r>
            <a:r>
              <a:rPr i="1"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O, o, o, o, o, o, cerul e în inima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o, o, o, o, o, cerul e în inima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o, o, o, o, o, cerul e în inima, cerul e în inima, cerul e în inima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fi în ceruri sus umblând cu Isus,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în slava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fi în ceruri sus umblând cu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Bucuros eu am să-I cânt.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iertat, spălat de orice păcat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Domnul Isus sunt.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Iertat, spălat de orice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De-aceea am să-I cânt: „Aleluia!”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