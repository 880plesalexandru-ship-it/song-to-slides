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nu Te cunoşteam Isus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nu Te cunoşteam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ştiam că-n astă lume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mine Cineva demult muri.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nu voiam ca să ascult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Cuvântul vieţii Tale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Care-mi spune că Isus mult m-a iubit.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mi-ai deschis ochii, Doamne,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mi-ai deschis ochii,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lumina a intrat în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mi-ai deschis ochii,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mântuit şi eu prin Golgota.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O, Doamne, cum să-Ţi mulţumesc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cum să-Ţi mulţumesc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ce-ai făcut în mine,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Pentru sângele ce-a curs pe Golgota?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Doamne, ce-aş putea să-Ţi dau?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Inima mea de azi e doar 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Dar mi-ai deschis ochii, Doamne,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mi-ai deschis ochii,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lumina a intrat în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mi-ai deschis ochii, Doamne,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 mântuit şi eu prin Golgota.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