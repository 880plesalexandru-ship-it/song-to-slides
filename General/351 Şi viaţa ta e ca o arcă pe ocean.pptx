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Şi viaţa ta e ca o arcă pe ocean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viaţa ta e ca o arcă pe ocean,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zi şi noapte merge-n valuri spre liman,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Deci, nu dormi, fii totdeauna veghetor,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poţi cădea în val foarte uşor!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Chiar dacă oceanele toate,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Chiar dacă oceanele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Ar fierbe în val după val,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Nu-ţi pierde credinţa, o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Tu mergi înainte, spre mal.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viaţa ta e-o viaţă plină de-ncercări,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viaţa ta e-o viaţă plină de-ncercări,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fel cum un vapor se duce peste mări,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tu, în lumea-aceasta eşti un călător,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viaţa-aceasta a-ncercărilor.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Chiar dacă oceanele toate,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Chiar dacă oceanele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Ar fierbe în val după val,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Nu-ţi pierde credinţa, o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Tu mergi înainte, spre mal.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Fii curajos, în marea luptă, fii viteaz!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 curajos, în marea luptă, fii viteaz!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valurile se ridică în talaz,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 lăsa în valul lumii biruit,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Deci, tu te luptă să fii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Chiar dacă oceanele toate,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Chiar dacă oceanele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Ar fierbe în val după val,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Nu-ţi pierde credinţa, o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Tu mergi înainte, spre mal.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lupta-acesta să nu fi descurajat,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lupta-acesta să nu fi descurajat,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dacă valurile vin neîncetat,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să rămâi întotdeauna credincios,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Privirea ta să fie, la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Chiar dacă oceanele toate,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Chiar dacă oceanele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Ar fierbe în val după val,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Nu-ţi pierde credinţa, o frate,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Tu mergi înainte, spre mal.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