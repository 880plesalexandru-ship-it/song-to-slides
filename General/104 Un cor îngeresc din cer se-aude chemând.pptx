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Un cor îngeresc din cer se-aude chemând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Un cor îngeresc din cer se-aude chemând: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„O, păcătos, vin’ la El! Vino, vino!”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Hai, hai la El, nu mai sta!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Hai, hai la El, nu mai sta!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Isus te cheamă: Vino, vino!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Străin tu dacă eşti de ce pribeag mai rătăceşti?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Străin tu dacă eşti de ce pribeag mai rătăceşti?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N-auzi chemarea lui Isus? Vino, vino!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Hai, hai la El, nu mai sta!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Hai, hai la El, nu mai sta!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Isus te cheamă: Vino, vino!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Dacă tu L-ai primit El îţi va fi răsplătit,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Dacă tu L-ai primit El îţi va fi răsplătit,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Cunună El ţi-a pregătit. Vino, vino!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Hai, hai la El, nu mai sta!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Hai, hai la El, nu mai sta!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Isus te cheamă: Vino, vino!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Urcând sus pe Calvar, Isus Şi-a dat viaţa-n dar,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Urcând sus pe Calvar, Isus Şi-a dat viaţa-n 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De-aceea astăzi te cheamă: „Vino, vino!”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Hai, hai la El, nu mai sta!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Hai, hai la El, nu mai sta!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Isus te cheamă: Vino, vino!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