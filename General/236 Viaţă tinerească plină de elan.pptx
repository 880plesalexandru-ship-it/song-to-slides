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Viaţă tinerească plină de elan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Viaţă tinerească plină de elan,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Pace, bucurie, toate câte 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Le închin de-a-ntregul pentru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viaţa mea dispune numai 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Învăţător</a:t>
            </a:r>
            <a:r>
              <a:rPr b="0" i="0"/>
              <a:t> </a:t>
            </a:r>
            <a:r>
              <a:rPr b="1" i="0"/>
              <a:t>este 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Învăţător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Conducător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 tot El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Eu nu cunosc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niciun altul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Isus Hristos. </a:t>
            </a:r>
            <a:r>
              <a:rPr b="1" sz="4800">
                <a:solidFill>
                  <a:srgbClr val="FFFFFF"/>
                </a:solidFill>
                <a:latin typeface="Calibri"/>
              </a:rPr>
              <a:t>Da, Isus! 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Învăţător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este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Conducător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este tot El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Eu nu cunosc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niciun altul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mă întineze duhul celui rău,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mă întineze duhul celui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mă păteze lumea cu ce-i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Inima, raţiunea să le umple dar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deplin Isus slăvitul, cu-al Său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Învăţător</a:t>
            </a:r>
            <a:r>
              <a:rPr b="0" i="0"/>
              <a:t> </a:t>
            </a:r>
            <a:r>
              <a:rPr b="1" i="0"/>
              <a:t>este 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Învăţător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Conducător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 tot El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Eu nu cunosc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niciun altul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Isus Hristos. </a:t>
            </a:r>
            <a:r>
              <a:rPr b="1" sz="4800">
                <a:solidFill>
                  <a:srgbClr val="FFFFFF"/>
                </a:solidFill>
                <a:latin typeface="Calibri"/>
              </a:rPr>
              <a:t>Da, Isus! 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Învăţător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este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Conducător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este tot El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Eu nu cunosc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niciun altul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Cât de fericită viaţa mi-o găsesc,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de fericită viaţa mi-o găsesc,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Isus aflat-am tot ce eu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mi-a dat iertarea, mântuirea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tărie El mă duce-n slava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Învăţător</a:t>
            </a:r>
            <a:r>
              <a:rPr b="0" i="0"/>
              <a:t> </a:t>
            </a:r>
            <a:r>
              <a:rPr b="1" i="0"/>
              <a:t>este 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Învăţător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Conducător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 tot El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Eu nu cunosc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niciun altul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Isus Hristos. </a:t>
            </a:r>
            <a:r>
              <a:rPr b="1" sz="4800">
                <a:solidFill>
                  <a:srgbClr val="FFFFFF"/>
                </a:solidFill>
                <a:latin typeface="Calibri"/>
              </a:rPr>
              <a:t>Da, Isus! 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Învăţător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este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Conducător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este tot El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Eu nu cunosc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niciun altul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Isus Hristos.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