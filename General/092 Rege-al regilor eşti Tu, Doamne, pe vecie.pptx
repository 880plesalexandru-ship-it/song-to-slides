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Rege-al regilor eşti Tu, Doamne, pe vecie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Rege-al regilor eşti Tu, Doamne, pe vecie,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Slava Ta întrece orice slavă.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 al domnilor ai rămas din veşnicie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cer şi peste lumea-ntreagă.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	Orişiunde noi privim doar pe Tine Te zărim,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	Orişiunde noi privim doar pe Tine Te zărim,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b="1" sz="4800">
                <a:solidFill>
                  <a:srgbClr val="FFFFFF"/>
                </a:solidFill>
                <a:latin typeface="Calibri"/>
              </a:rPr>
              <a:t>Eşti Stăpân şi Domn în Univers.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Stăm cu toţi ’naintea Ta şi dorim a Îţi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Doamne mare, mare este slava 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