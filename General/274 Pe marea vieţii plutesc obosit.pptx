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marea vieţii plutesc obosit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marea vieţii plutesc obosit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valuri sunt ameninţat.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N-am nicio şansă să fiu salvat,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Nu-i nimeni să-mi dea ajutor.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Atuncea strig către Isus,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Atuncea strig către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al meu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linişteşte mările pe loc.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Cu-al Său Cuvânt măreţ şi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dirijează orice 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Slăvit să fie Numele Lui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munţii înalţi se cutremură toţi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munţii înalţi se cutremură toţi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eu mă rog lui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mă ridică, da, cu mâna Sa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mă ocroteşte cu 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Atuncea strig către Isus,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Atuncea strig către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al meu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linişteşte mările pe loc.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Cu-al Său Cuvânt măreţ şi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dirijează orice 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Slăvit să fie Numele Lui Sfânt.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