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Tu eşti de-a pururi, noi pentru-o vreme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de-a pururi, noi pentru-o vreme,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 dinainte de veșnicii!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suntem aburi, Tu eşti Eternul,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 ce domnește în înălțimi!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Sfânt e Domnul Atotputernic,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Sfânt e Domnul Atotputernic,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Mielul Sfânt ce-a fost junghiat.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Toată slava e-a Celui Veșnic,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 și împărat, Nume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cu necazuri și suferințe,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cu necazuri și suferințe,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al nostru Vindecător!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iubirea ce-o vom cânta-o,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Veșnic Isuse, scump Salvator!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Sfânt e Domnul Atotputernic,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Sfânt e Domnul Atotputernic,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Mielul Sfânt ce-a fost junghiat.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Toată slava e-a Celui Veșnic,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 și împărat, Nume Minunat.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