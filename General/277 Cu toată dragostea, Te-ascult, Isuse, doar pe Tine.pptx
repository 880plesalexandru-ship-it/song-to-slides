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 toată dragostea, Te-ascult, Isuse, doar pe 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Cu toată dragostea, Te-ascult, Isuse, doar pe Tine,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Dorind din ce în ce mai mult să luminezi prin mine.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Cu toată dragostea, Te-ascult, Isuse, doar pe Tine,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Dorind din ce în ce mai mult să luminezi prin mine.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Cu toată dragostea voi sta, Isus, în slujba Ta aleasă,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Cu toată dragostea voi sta, Isus, în slujba Ta aleasă,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Din ce în ce să-Ţi pot cânta o slavă mai frumoasă.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Cu toată dragostea doresc, Isuse, numai Ţie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Cu toată dragostea doresc, Isuse, numai Ţie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Să-Ţi semăn şi să-Ţi dăruiesc, viaţa-n curăţie.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Cu toată dragostea doresc, Isuse, numai Ţie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Să-Ţi semăn şi să-Ţi dăruiesc, viaţa-n curăţie.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Cu toată dragostea voi sta, Isus, în slujba Ta aleasă,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Cu toată dragostea voi sta, Isus, în slujba Ta aleasă,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Din ce în ce să-Ţi pot cânta o slavă mai frumoasă.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Cu toată dragostea aştept să vii, Isuse, iară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Cu toată dragostea aştept să vii, Isuse, iară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Comoara inimii din piept şi-a cerului comoară.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Cu toată dragostea aştept să vii, Isuse, iară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Comoara inimii din piept şi-a cerului comoară.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Cu toată dragostea voi sta, Isus, în slujba Ta aleasă,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Cu toată dragostea voi sta, Isus, în slujba Ta aleasă,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Din ce în ce să-Ţi pot cânta o slavă mai frumoasă.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