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Laudă astăzi pe Domnul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Laudă astăzi pe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 zdrobit de patimi,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Laudă-L printre suspine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Laudă-L printre lacrimi.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Drumul slavei trece şi pe la cruce,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Drumul slavei trece şi pe la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Credincioşii, ştiu în genunchi să-l urce.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să-ţi fie credinţa,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să-ţi fie credinţa,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Roagă-te şi fii tare!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ocoli suferinţa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Ea îţi va da răbdare.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Drumul slavei trece şi pe la cruce,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Drumul slavei trece şi pe la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Credincioşii, ştiu în genunchi să-l urce.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Domnu-ţi întinde aproape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Domnu-ţi întinde aproape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Mâinile Sale bune,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Scumpe-s oftările toate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Spuse în rugăciune.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Drumul slavei trece şi pe la cruce,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Drumul slavei trece şi pe la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Credincioşii, ştiu în genunchi să-l urce.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e spre cer altă cale,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spre cer altă cale,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Mergi cu Isus într-una,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pe urmele Sale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Poţi dobândi cununa.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Drumul slavei trece şi pe la cruce,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Drumul slavei trece şi pe la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Credincioşii, ştiu în genunchi să-l urce.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