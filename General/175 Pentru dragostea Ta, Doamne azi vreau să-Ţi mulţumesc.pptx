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Pentru dragostea Ta, Doamne azi vreau să-Ţi mulţumesc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Da, atunci când în necaz am strigat spre Tine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Tu, Isuse-ai auzit, Te-ai îndurat de mine.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Pentru dragostea Ta, Doamne azi vreau să-Ţi mulţumesc,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Pentru dragostea Ta, Doamne azi vreau să-Ţi mulţumesc,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Tu m-ai ocrotit, eu Te preamăresc.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Când furtuna este mare şi puterile-mi slăbesc,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furtuna este mare şi puterile-mi slăbesc,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 rog, Doamne, fii cu mine ca să biruiesc.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Pentru dragostea Ta, Doamne azi vreau să-Ţi mulţumesc,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Pentru dragostea Ta, Doamne azi vreau să-Ţi mulţumesc,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Tu m-ai ocrotit, eu Te preamăresc.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