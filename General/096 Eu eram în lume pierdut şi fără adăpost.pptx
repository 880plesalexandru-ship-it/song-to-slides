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Eu eram în lume pierdut şi fără adăpost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eram în lume pierdut şi fără adăpost,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când în faţă mi-ai apărut eu mi-am găsit un rost.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Îţi mulţumesc din inimă, iubite Salvator,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mulţumesc din inimă, iubite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mii de ori Tu m-ai salvat şi mi-ai dat ajutor.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mai doresc nimic din lume, iubitul meu Isus,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mai doresc nimic din lume, iubitul meu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vreau să Te slujesc pe Tine, pân’ voi ajunge 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Îţi mulţumesc din inimă, iubite Salvator,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mulţumesc din inimă, iubite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mii de ori Tu m-ai salvat şi mi-ai dat ajutor.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mii de ori mi s-a-ntâmplat să fiu fără-ajutor,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mii de ori mi s-a-ntâmplat să fiu fără-ajutor,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De-atâtea ori Tu m-ai scăpat de-aceea-Ţi sunt dator.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Îţi mulţumesc din inimă, iubite Salvator,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mulţumesc din inimă, iubite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mii de ori Tu m-ai salvat şi mi-ai dat ajutor.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Eu sunt dator să-Ţi mulţumesc pentru iubirea 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sunt dator să-Ţi mulţumesc pentru iubirea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Isuse, ce mult Te iubesc, iubesc venirea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Îţi mulţumesc din inimă, iubite Salvator,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mulţumesc din inimă, iubite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De mii de ori Tu m-ai salvat şi mi-ai dat ajutor.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