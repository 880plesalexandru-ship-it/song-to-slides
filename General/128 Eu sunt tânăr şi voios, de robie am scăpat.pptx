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sunt tânăr şi voios, de robie am scăpat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tânăr şi voios, de robie am scăpat,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Îl urmez pe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călătoresc pe-un drum ce spre patrie duce,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e fericire în veci.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fi tânăr este frumos, a fi liber e mai frumos,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este frumos, a fi liber e mai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şi credincios, ai bucurii în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sunt tânăr, pregătit pentru Domnul a sluji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tânăr, pregătit pentru Domnul a sluji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puterile ce mi le-a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Domnul să câştig oameni mari şi oameni mici,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în luptă conduce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fi tânăr este frumos, a fi liber e mai frumos,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este frumos, a fi liber e mai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şi credincios, ai bucurii în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sunt tânăr şi eu ştiu că lupta-i adesea grea,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tânăr şi eu ştiu că lupta-i adesea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Domnul Isus mă jertfesc,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El merge cu mine şi-n luptă mă sprijină,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Lui e tot adevăr.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fi tânăr este frumos, a fi liber e mai frumos,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este frumos, a fi liber e mai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şi credincios, ai bucurii în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sunt tânăr, eşti şi tu; vrei s-asculţi Cuvântul Său?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tânăr, eşti şi tu; vrei s-asculţi Cuvântul Său?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Vrei să fii fericit ca mine?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la Isus Hristos, îţi dă viaţă, pace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Bucurii vei afla tot la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fi tânăr este frumos, a fi liber e mai frumos,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este frumos, a fi liber e mai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fi tânăr şi credincios, ai bucurii în veşnicii.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