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drumul cel de piatră de pe-o colină-naltă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drumul cel de piatră de pe-o colină-naltă,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Isus, cu faţa tristă privea,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Privea înspre cetate, Cetatea mult iubită,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Văzându-i nepăsarea El plângea.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n-am făcut Eu oare pentru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Mă crezi că am venit de sus?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vindecat şi ţi-am făcut doar bine,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tu ai refuzat harul adus.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Ierusalime, te-am iubit.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te-am iubit.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la tine am venit.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O, de-ai fi cunoscut tu astăzi vremea cercetării tale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lucrurile care pot să-ţi dea salvare!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drumul cel de piatră, pe o colină-naltă,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drumul cel de piatră, pe o colină-naltă,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Isus, cu faţa tristă mergea.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Mergea cu crucea-n spate, înconjurat de gloate,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Purtând povara lumii cea grea.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lume, cum de n-ai văzut în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stea care din Iacov răsărea,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Lumina care luminează-n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Pe-Acel care putea să-ţi dea viaţa?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Ierusalime, te-am iubit.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te-am iubit.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la tine am venit.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O, de-ai fi cunoscut tu astăzi vremea cercetării tale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lucrurile care pot să-ţi dea salvare!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drumul vieţii tale Isus trece şi astăzi,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drumul vieţii tale Isus trece şi astăzi,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Privind în urma ta ce ai lăsat.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Priveşte-L dacă plânge sau are faţa tristă,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Văzându-ţi faptele ce le-ai urmat.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anii petrecuţi în lumea-aceasta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scrişi acolo sus în cartea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Dacă-ai umblat în căile dreptăţii,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te va chema în slava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Ierusalime, tu eşti iubit.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tu eşti iubit.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la tine am venit.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Deschide-ţi astăzi inima ta să intre Împăratu-n 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mâine poate fi-va prea târziu.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gata de-a-L întâmpina sau plânge pentru starea ta?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 cât nu e prea târziu!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