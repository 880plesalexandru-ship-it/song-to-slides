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Regele vieţii, Domnul, meu fii-n veci glorificat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Regele vieţii, Domnul, meu fii-n veci glorificat.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nu uit iubirea Ta, du-mă la Golgota.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 să nu uit de Gheţimani şi nici de agonia grea,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nu uit de Gheţimani şi nici de agonia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nu uit iubirea Ta, du-mă la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Lângă mormântul unde-ai stat când alţii Te jeleau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Lângă mormântul unde-ai stat când alţii Te jeleau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Îngerii Tăi au coborât, somnul ei Ţi-l păzeau.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 să nu uit de Gheţimani şi nici de agonia grea,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nu uit de Gheţimani şi nici de agonia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nu uit iubirea Ta, du-mă la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ca Maria-n zori de zi să vin ’naintea Ta,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ca Maria-n zori de zi să vin ’naintea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Arată-mi Tu mormântul gol, du-mă la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 să nu uit de Gheţimani şi nici de agonia grea,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nu uit de Gheţimani şi nici de agonia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nu uit iubirea Ta, du-mă la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Doamne, ajută-mă să port crucea mea zi de zi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ajută-mă să port crucea mea zi de zi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chiar paharul Tău să-l beau, gata a suferi.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 să nu uit de Gheţimani şi nici de agonia grea,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nu uit de Gheţimani şi nici de agonia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nu uit iubirea Ta, du-mă la Golgota.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