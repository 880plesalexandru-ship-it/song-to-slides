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Veniţi, creştini, la rugăciune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Veniţi, creştini, la rugăciune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casa Tatălui cel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Veniţi, veniţi, plecaţi genunchii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faţa voastră la pământ.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Creştinii noştri de pe vremuri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sub pământ aveau altar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 pe furiş la miezul nopţii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Mergeau şi-acolo se-nchinau.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stau locaşurile sfinte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înălţimi strălucitor’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Dar câţi creştini le calcă pragul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În zilele de sărbători?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masa Domnului e-ntinsă,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cei poftiţi nu vin la 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Ei n-aud glasul Lui ce strigă: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„Veniţi, creştini, la masa Mea!” :/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vremea zilelor din urmă,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ceasul ca să ne trezim,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 ne sculăm să dăm năvală,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Tot ce-am pierdut să dobândim. :/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jertfă şi la închinare,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stăruinţă şi la post,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 ne jertfim pe-a Lui altare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Cum niciodată nu a fost.  :/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7/8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Ca-n ziua când El va apare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Purtând cu noi un dor nespus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Să-ncepem şi noi primăvara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În veşnicie cu Isus. :/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8/8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Veniţi, creştini, la rugăciune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casa Tatălui de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Veniţi să dezbrăcăm păcatul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să primim cerescul har.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