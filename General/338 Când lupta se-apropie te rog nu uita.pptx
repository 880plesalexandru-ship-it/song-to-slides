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lupta se-apropie te rog nu uita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lupta se-apropie te rog nu uita,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Rămâi în picioare şi nu dispera,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 cântă-I glorie, laudă,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Puterea e numai 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Onoare şi cinste doar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Armura de slavă să-îmbraci, dar să ştii,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Armura de slavă să-îmbraci, dar să ştii,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Ţine sus Cuvântul şi nu te clinti,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 cântă-I glorie, laudă,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Puterea e numai 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Onoare şi cinste doar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mijlocul luptei tu cântă mereu,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mijlocul luptei tu cântă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în fruntea oştii e chiar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Războiul e al Domnului.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 cântă-I glorie, laudă,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Puterea e numai 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cântă-I glorie,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Onoare şi cinste doar 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