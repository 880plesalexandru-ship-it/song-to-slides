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Munţi înalţi semeţi cu brazi plini de nămeţi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Munţi înalţi semeţi cu brazi plini de nămeţi,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Vântu-i adia şi parcă-aşa spunea: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Doamne, cât de mare eşti!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Doamne, cât de mare eşti!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cât ne iubeşti.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Oceanu-n depărtări îşi poartă cântu-n zări,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Oceanu-n depărtări îşi poartă cântu-n zări,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pescăruşi-n zbor îngână-ncetişor: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Doamne, cât de mare eşti!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Doamne, cât de mare eşti!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cât ne iubeşti.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adânc de noapte stele pline de şoapte,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adânc de noapte stele pline de şoapte,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feeria lor licăreau uşor.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Doamne, cât de mare eşti!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Doamne, cât de mare eşti!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cât ne iubeşti.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m-alătur lor şi-ntr-un mare cor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m-alătur lor şi-ntr-un mare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cântăm cu dor cât de mare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Doamne, cât de mare eşti! /x3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Doamne, cât de mare eşti!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cât ne iubeşti.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