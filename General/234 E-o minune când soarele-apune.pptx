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E-o minune când soarele-apune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E-o minune când soarele-apune,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Minune din veşnicii,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mai mare-i minunea din inimă,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minunea că El m-a iubit.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Minunat e Domnul meu, </a:t>
            </a:r>
            <a:r>
              <a:rPr b="1" i="0"/>
              <a:t>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e Domnul meu,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minunat e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orice pe Pământ </a:t>
            </a:r>
            <a:r>
              <a:rPr b="1" sz="4800">
                <a:solidFill>
                  <a:srgbClr val="FFFFFF"/>
                </a:solidFill>
                <a:latin typeface="Calibri"/>
              </a:rPr>
              <a:t>şi-n cer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e Domnul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E-o minune şi vara şi iarna,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E-o minune şi vara şi iarna,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Minune din veşnicii.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mai mare-i minunea din inimă,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minunea că El m-a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Minunat e Domnul meu, </a:t>
            </a:r>
            <a:r>
              <a:rPr b="1" i="0"/>
              <a:t>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e Domnul meu,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minunat e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orice pe Pământ </a:t>
            </a:r>
            <a:r>
              <a:rPr b="1" sz="4800">
                <a:solidFill>
                  <a:srgbClr val="FFFFFF"/>
                </a:solidFill>
                <a:latin typeface="Calibri"/>
              </a:rPr>
              <a:t>şi-n cer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e Domnul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E-o minune întreaga-mi făptură,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E-o minune întreaga-mi făptură,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Minune din veşnicii.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mai mare-i minunea din inimă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minunea că El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Minunat e Domnul meu, </a:t>
            </a:r>
            <a:r>
              <a:rPr b="1" i="0"/>
              <a:t>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e Domnul meu,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minunat e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orice pe Pământ </a:t>
            </a:r>
            <a:r>
              <a:rPr b="1" sz="4800">
                <a:solidFill>
                  <a:srgbClr val="FFFFFF"/>
                </a:solidFill>
                <a:latin typeface="Calibri"/>
              </a:rPr>
              <a:t>şi-n cer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e Domnul Sfânt.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