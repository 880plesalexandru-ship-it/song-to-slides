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Leagă-ne, Doamne, pe toţi împreună prin forţe ce nu pot fi frânte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Leagă-ne, Doamne, pe toţi împreună prin forţe ce nu pot fi frânte!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Leagă-ne, Doamne, pe toţi împreună, o, leagă-ne în dragoste!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Este doar un Dumnezeu, este doar un singur Domn,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 doar un Dumnezeu, este doar un singur Domn,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 doar un singur Trup, este şi Îl vom vedea.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