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Ai plătit un preţ să-mi dai viaţă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plătit un preţ să-mi dai viaţă,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trăiesc prin har azi mântuit,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N-am cuvinte, Doamne, să pot spune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Cât de drag îmi eşti şi-s fericit.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mi-e scris în cartea vieţii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doresc, Isus cu orice preţ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rămân statornic în credinţă,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Te laud şi să Te slăvesc.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Voia Ta, nu voia mea să se facă, Doamne-n viaţa mea,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Voia Ta, nu voia mea să se facă, Doamne-n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trăiesc cum Tu doreşti, o, Domnul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roada Duhului Tău Sfânt zi de zi s-o am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Lumină să răspândesc mereu în jurul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Pacea Ta ce-ntrece orice margini,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Pacea Ta ce-ntrece orice margini,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Cunoştinţa-ntregului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S-o reverşi în inimă, Stăpâne,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Orice-ar fi să pot mereu să-Ţi cânt.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Voia Ta, nu voia mea să se facă, Doamne-n viaţa mea,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Voia Ta, nu voia mea să se facă, Doamne-n viaţa mea,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 trăiesc cum Tu doreşti, o, Domnul meu.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Toată roada Duhului Tău Sfânt zi de zi s-o am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Lumină să răspândesc mereu în jurul meu.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