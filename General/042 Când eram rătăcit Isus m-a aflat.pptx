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Când eram rătăcit Isus m-a aflat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eram rătăcit Isus m-a aflat,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păcat El m-a ridicat.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El mi-a schimbat, El m-a luminat,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Isus, prietenul meu minunat.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 frumos, ce plăcut e să fii creştin,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frumos, ce plăcut e să fii creştin,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trăieşti prin credinţă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te simţi un copil al lui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plăcut e să fii creştin!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 de zi, ceas cu ceas eu mă simt iubit,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de zi, ceas cu ceas eu mă simt iubit,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în sufletul meu pe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Mântuitorul meu drag şi scump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veghează la viaţa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 frumos, ce plăcut e să fii creştin,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frumos, ce plăcut e să fii creştin,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trăieşti prin credinţă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te simţi un copil al lui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plăcut e să fii creştin!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mai sta azi pe gânduri, tu, suflet pierdut,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mai sta azi pe gânduri, tu, suflet pierdut,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Vin’ la Isus, azi roagă-te Lui!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Vin’ la viaţa creştină, ridică-te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 un sfânt legământ cu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 frumos, ce plăcut e să fii creştin,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frumos, ce plăcut e să fii creştin,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trăieşti prin credinţă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te simţi un copil al lui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plăcut e să fii creştin!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