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marea vieţii o barcă pluteşte uşor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marea vieţii o barcă pluteşte uşor,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noapte-ntunecoasă şi cerul e plin de nori.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Te aşteptăm, Isuse, să vii, să fii lângă noi,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 aşteptăm, Isuse, să vii, să fii lângă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noapte-ntunecoasă şi cerul e plin de nori.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Odată pe mare Isus pe-nserate umbla,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Odată pe mare Isus pe-nserate umbla,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Păzindu-Şi ucenicii şi marea o liniştea.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Te aşteptăm, Isuse, să vii, să fii lângă noi,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 aşteptăm, Isuse, să vii, să fii lângă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noapte-ntunecoasă şi cerul e plin de nori.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Furtuna e mare, barca-ncepe să se scufunde,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Furtuna e mare, barca-ncepe să se scufunde,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vântul înceată şi marea o liniştea.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Te aşteptăm, Isuse, să vii, să fii lângă noi,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 aşteptăm, Isuse, să vii, să fii lângă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noapte-ntunecoasă şi cerul e plin de nori.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