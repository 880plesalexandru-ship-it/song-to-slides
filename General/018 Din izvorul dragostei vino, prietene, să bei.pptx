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Din izvorul dragostei vino, prietene, să bei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izvorul dragostei vino, prietene, să bei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Apa vieţii curge-n dar, grăbeşte-te şi tu!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Samaritean iubit pentru tine S-a jertfit,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izvorul dragostei Isus te aşteaptă.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Vezi degrabă unde mergi, pe ce cale rătăceşti,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Vezi degrabă unde mergi, pe ce cale rătăceşti,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Vino azi cât eşti chemat, de Isus eşti aşteptat.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 şi mila Lui, El le dă şi azi oricui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de-ajuns să crezi în El şi vei fi fericit.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Din izvorul dragostei vino, prietene, să bei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izvorul dragostei vino, prietene, să bei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Apa vieţii curge-n dar, grăbeşte-te şi tu!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Samaritean iubit locul tău l-a pregătit,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izvorul dragostei Isus te aşteaptă.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Vezi degrabă unde mergi, pe ce cale rătăceşti,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Vezi degrabă unde mergi, pe ce cale rătăceşti,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Vino azi cât eşti chemat, de Isus eşti aşteptat.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 şi mila Lui, El le dă şi azi oricui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de-ajuns să crezi în El şi vei fi fericit.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