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Tu nu pleci niciodată de la 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nu pleci niciodată de la mine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nicio clipă singur nu mă laşi,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mereu puterea ce mă ţine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cel dintâi la cel din urmă pas.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nu m-arunci, Isuse, ca pe-o zdreanţă,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 eşti mereu în mine ca o 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Mi-ai pus în suflet, Doamne, o speranţă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nu e nimeni să mi-o poată 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Au fost odată râuri de păcate,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sângele salvării a spus „Nu!”,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Oricâte-au fost eu le-am uitat pe toate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bine ştiu că le-ai uitat şi Tu.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fericit chiar dacă vrei să sufăr,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valuri vin şi vânturi grele bat,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Plutesc pe ape ca un fir de nufăr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care Tu-l păstrezi mereu curat.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Îţi mulţumesc că eşti cu mine-n lume,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Îţi mulţumesc că m-ai iubit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Îţi mulţumesc că Tu mi-ai dat un nume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Că-n Tine sunt şi Tu eşti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