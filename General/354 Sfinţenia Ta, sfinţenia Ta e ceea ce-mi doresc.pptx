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Sfinţenia Ta, sfinţenia Ta e ceea ce-mi doresc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Sfinţenia Ta, sfinţenia Ta e ceea ce-mi doresc,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Sfinţenia Ta aş vrea s-o 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Sfinţenia Ta, sfinţenia Ta aş vrea-o în viaţa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Ta, iubirea Ta e ceea ce-mi doresc,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Ta aş vrea s-o 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Iubirea Ta, iubirea Ta aş vrea-o în viaţa mea.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Ia-mi inima şi schimb-o,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Ia-mi inima şi schimb-o,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Voinţa mea aprinde-o,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 gândul meu şi schimbă-l,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Cu-al Tău, cu-al Tău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Voia Ta, voia Ta e ceea ce-mi doresc,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Voia Ta, voia Ta e ceea ce-mi doresc,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Voia Ta aş vrea s-o am,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Voia Ta, voia Ta aş vrea-o în viaţa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Ia-mi inima şi schimb-o,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Ia-mi inima şi schimb-o,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Voinţa mea aprinde-o,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 gândul meu şi schimbă-l,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Cu-al Tău, cu-al Tău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Sfinţenia Ta, sfinţenia ta aş vrea-o în viaţa mea...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Sfinţenia Ta, sfinţenia ta aş vrea-o în viaţa mea...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Ia-mi inima şi schimb-o,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Ia-mi inima şi schimb-o,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Voinţa mea aprinde-o,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Ia gândul meu şi schimbă-l,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Cu-al Tău, cu-al Tău Isus.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