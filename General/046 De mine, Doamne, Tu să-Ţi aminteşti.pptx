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4612112" cy="821131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1777472" y="91440"/>
            <a:ext cx="274320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t>De mine, Doamne, Tu să-Ţi aminteşti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1/3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De mine, Doamne, Tu să-Ţi aminteşti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Şi iartă-mi greşelile tinereşti.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Puterea Ta să fie-asupra mea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Să pot mai mult împlini voia Ta.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Adu-Ţi aminte de-a mea fiinţă,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Adu-Ţi aminte de-a mea fiinţă,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Cum pentru cauza Evangheliei am luptat,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Am mers ’nainte cu sârguinţă,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Deşi am fost de încercări înconjurat.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Aşa precum Neemia a învins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2/3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Aşa precum Neemia a învins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Atunci când mâna, Doamne, Ţi-ai întins,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Aşa spre mine, Doamne, să priveşti,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Cu braţul Tău Tu să mă izbăveşti.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Adu-Ţi aminte de-a mea fiinţă,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Adu-Ţi aminte de-a mea fiinţă,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Cum pentru cauza Evangheliei am luptat,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Am mers ’nainte cu sârguinţă,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Deşi am fost de încercări înconjurat.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Aştept eu într-o zi să izbândesc,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3/3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Aştept eu într-o zi să izbândesc,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În cânt frenetic să Îţi mulţumesc,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Slăvindu-Ţi, Doamne, harul lucrător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Ce-îmbrăţişează-ntregul Tău popor.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Adu-Ţi aminte de-a mea fiinţă,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Adu-Ţi aminte de-a mea fiinţă,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Cum pentru cauza Evangheliei am luptat,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Am mers ’nainte cu sârguinţă,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Deşi am fost de încercări înconjurat.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