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auzit o veste că Isus veni din slavă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auzit o veste că Isus veni din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la Golgota în locul meu a fost crucificat;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mi-a luat povara și mi-a dat în dar iertarea,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jertfa Lui victoria de-acum am câștigat!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Victoria în Isus, mi-a dat azi salvarea,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Victoria în Isus, mi-a dat azi salvarea,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sfântul Său sânge El m-a răscumpărat;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Întreaga mea iubire doar Lui i se cuvine,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El am victoria, spălat sunt de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auzit de Domnul, de puterea Lui cea mare,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auzit de Domnul, de puterea Lui cea mare,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pe cei bolnavi i-a vindecat, pe morți i-a înviat;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am strigat: O, Doamne, Te îndură și de mine!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 viața mea victoria Isus a câștigat!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Victoria în Isus, mi-a dat azi salvarea,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Victoria în Isus, mi-a dat azi salvarea,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sfântul Său sânge El m-a răscumpărat;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Întreaga mea iubire doar Lui i se cuvine,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El am victoria, spălat sunt de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Am auzit că Domnul mi-a zidit o casă-n ceruri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auzit că Domnul mi-a zidit o casă-n ceruri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 acel locaș de străluciri la masa Lui vom sta;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îngerii în coruri în mărire-I vom da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cântecul victoriei atunci îl vom cânta!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Victoria în Isus, mi-a dat azi salvarea,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Victoria în Isus, mi-a dat azi salvarea,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sfântul Său sânge El m-a răscumpărat;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Întreaga mea iubire doar Lui i se cuvine,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El am victoria, spălat sunt de păcat!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