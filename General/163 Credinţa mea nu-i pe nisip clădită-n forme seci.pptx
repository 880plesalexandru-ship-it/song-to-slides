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Credinţa mea nu-i pe nisip clădită-n forme seci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Credinţa mea nu-i pe nisip clădită-n forme seci,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Ci-n veşnicul meu Salvator eu mă încred pe veci.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Sângele Lui sfânt mi-e de-ajuns, mai mult nu-mi trebuie.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Sângele Lui sfânt mi-e de-ajuns, mai mult nu-mi trebuie.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Destul că a murit Isus, jertfit pentru mine.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Destul că Isus m-a salvat, frica se va sfârşi.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Destul că Isus m-a salvat, frica se va sfârşi.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Aşa cum sunt azi vin la El, El nu mă va goni.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Sângele Lui sfânt mi-e de-ajuns, mai mult nu-mi trebuie.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Sângele Lui sfânt mi-e de-ajuns, mai mult nu-mi trebuie.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Destul că a murit Isus, jertfit pentru mine.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Mă-ncred în al Său minunat şi neclintit Cuvânt,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Mă-ncred în al Său minunat şi neclintit Cuvânt,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numele Lui sunt salvat, salvat prin sânge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Sângele Lui sfânt mi-e de-ajuns, mai mult nu-mi trebuie.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Sângele Lui sfânt mi-e de-ajuns, mai mult nu-mi trebuie.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Destul că a murit Isus, jertfit pentru mine.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