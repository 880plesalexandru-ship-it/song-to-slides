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Lumea trăieşte-n păcate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Lumea trăieşte-n păcate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Văd răul ce-nvinge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Mă-ntreb de ce e aşa,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poţi să mă ierţi tot mereu?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 vrea să trăiesc pentru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Lumea mă trage ’napoi,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Ajută-mă Tu, o,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Duhul cel Sfânt să prosper!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Tu îmi eşti speranţa, în Tine mă-ncred şi 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Tu îmi eşti speranţa, în Tine mă-ncred şi 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cărarea mântuirii Tu mă ţii, Doamne, mereu.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ştii, sunt izbânzi în viaţă, dar sunt, Doamne, şi căderi,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le-înving pe toate şi primesc din nou puteri.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 mari bucurii am în suflet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mari bucurii am în suflet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Primite prin Duhul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dragostea-Ţi ce mă-nconjoară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inimă laudă să-Ţi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 vrea dar cu toţii s-audă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ştie de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toţii la Tine să vină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glorie, cinste să-Ţi 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Tu îmi eşti speranţa, în Tine mă-ncred şi 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Tu îmi eşti speranţa, în Tine mă-ncred şi 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cărarea mântuirii Tu mă ţii, Doamne, mereu.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ştii, sunt izbânzi în viaţă, dar sunt, Doamne, şi căderi,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le-înving pe toate şi primesc din nou puteri.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