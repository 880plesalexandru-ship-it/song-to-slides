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Va veni o zi în care toţi aleşii Domnului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veni o zi în care toţi aleşii 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Vor cânta un imn de slavă Mielului,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Ziua-aceea nu-i departe, pregătiţi-vă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uitaţi că ziua-aceea e pe drum.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minune va fi când Domnul va veni,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minune va fi când Domnul va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Toţi aleşii Domnului cu El vor fi.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Vei fi şi tu acol’, la masa Domnului?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Pregăteşte-te căci ziua e pe drum!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După toată alergarea, fericit vei fi şi tu,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După toată alergarea, fericit vei fi şi tu,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Vei primi cununa slavei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grăbeşte-te acuma, până încă mai e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lăsa să treacă timpul în zadar!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minune va fi când Domnul va veni,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minune va fi când Domnul va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Toţi aleşii Domnului cu El vor fi.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Vei fi şi tu acol’, la masa Domnului?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Pregăteşte-te căci ziua e pe drum!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