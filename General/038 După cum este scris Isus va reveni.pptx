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După cum este scris Isus va reveni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După cum este scris Isus va reveni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 ne ia în slava Lui.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După cum ştim cu toţi El aşa ne-a promis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Că vom sta la dreapta Lui,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Despre ziua aceea nu se poate şti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Numai Tatăl din ceruri o va hotărî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De aceea vegheaţi să aveţi pe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puteţi fi mântuiţi.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vine iar, vine într-o 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iar, vine într-o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Printre noi din nou El va reveni.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El ne-a promis că va reveni,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într-o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Aşa s-a profeţit, după cum este scris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Aşa s-a profeţit, după cum este scris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Atunci vom fi despărţiţi.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Pe ai Lui credincioşi Isus îi va răpi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Sus în slavă-n veşnicii,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Dacă eşti disperat şi nu eşti pregătit,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Încă azi se mai poate să fii mântuit,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Isus bate întruna la inima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te vrea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Minunată, da, va fi acea zi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Minunată, da, va fi acea 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cu El vom fi până-n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El ne-a promis că va reveni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într-o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După cum am trăit vom fi şi răsplătiţi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După cum am trăit vom fi şi răsplătiţi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La venirea Domnului.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Vegheaţi dar pentru că ceasul este târziu,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Nu e timp de aşteptat,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Împăcaţi-vă astăzi cu Dumnezeu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atunci El vă poartă de grijă mereu,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Căutaţi să aveţi harul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puteţi fi mântuiţi.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vine iar, vine într-o zi,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iar, vine într-o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Printre noi din nou El va reveni.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El ne-a promis că va reveni,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vine într-o zi.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