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În această oră, Doamne, Te rugăm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această oră, Doamne, Te rugăm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iei parte Tu cu noi,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ne-asculţi cum Îţi cântăm şi Te lăudăm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totdeauna eşti cu noi.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Tu nu ne laşi părăsiţi nicicând,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nu ne laşi părăsiţi nicicând,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noi trăim doar cu Tine-n gând,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Doar pe Tine Te avem şi-n Tine noi ne încredem;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eşti al nostru Mântuitor,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Minunat şi bun Păstor,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Tine noi vrem să fim în cerul lin.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Să ne porţi de grijă, să nu ne laşi nicicând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ne porţi de grijă, să nu ne laşi nicicând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mergem înapoi.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Numai înainte să mergem cu Tine,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Deşi-ncercările-s şuvoi.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Tu nu ne laşi părăsiţi nicicând,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nu ne laşi părăsiţi nicicând,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noi trăim doar cu Tine-n gând,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Doar pe Tine Te avem şi-n Tine noi ne încredem;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eşti al nostru Mântuitor,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Minunat şi bun Păstor,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Tine noi vrem să fim în cerul lin.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Noi astăzi Îţi aducem slavă, mulţumire,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Noi astăzi Îţi aducem slavă, mulţumire,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Tu ne călăuzeşti.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Numai înainte să mergem cu Tine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Tu cu noi mereu petreci.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Tu nu ne laşi părăsiţi nicicând,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nu ne laşi părăsiţi nicicând,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noi trăim doar cu Tine-n gând,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Doar pe Tine Te avem şi-n Tine noi ne încredem;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eşti al nostru Mântuitor,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Minunat şi bun Păstor,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Tine noi vrem să fim în veci, Amin!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