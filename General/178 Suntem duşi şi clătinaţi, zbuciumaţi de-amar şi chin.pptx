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4612112" cy="8211312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11777472" y="91440"/>
            <a:ext cx="2743200" cy="457200"/>
          </a:xfrm>
          <a:prstGeom prst="rect">
            <a:avLst/>
          </a:prstGeom>
          <a:noFill/>
        </p:spPr>
        <p:txBody>
          <a:bodyPr wrap="none" anchor="t">
            <a:spAutoFit/>
          </a:bodyPr>
          <a:lstStyle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t>Suntem duşi şi clătinaţi, zbuciumaţi de-amar şi chin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1/3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Suntem duşi şi clătinaţi, zbuciumaţi de-amar şi chin,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Vin furtuni şi zile sumbre care în senin se schimb’.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Într-o ţară unde-n veci nu coboară umbre reci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Vei vedea cu ochii tăi când ai să pleci.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curând zorii vor veni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zorii vor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cer acasă vom sosi.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Abia atunci pricepe-vom deplin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de ce-a lăsat atâta chin.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Unii sunt flămânzi aici, alţii n-au unde dormi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2/3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Unii sunt flămânzi aici, alţii n-au unde dormi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Mulţi sunt cei ce locuinţă au în locuri reci, pustii.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Ne-ntrebăm de ce-i aşa şi răspunsul vom avea,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Doar Cuvântul Său ne spune voia Sa.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curând zorii vor veni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zorii vor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cer acasă vom sosi.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Abia atunci pricepe-vom deplin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de ce-a lăsat atâta chin.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Încercări ne copleşesc, nu-nţelegem rostul lor,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3/3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72969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Încercări ne copleşesc, nu-nţelegem rostul lor,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Dar aceasta este calea-n ţara bucuriilor.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Din cer ochii Domnului privesc paşii orişicui,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Ne-ocroteşte în mod tainic harul Lui.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1777472" y="7662672"/>
            <a:ext cx="2743200" cy="457200"/>
          </a:xfrm>
          <a:prstGeom prst="rect">
            <a:avLst/>
          </a:prstGeom>
          <a:noFill/>
        </p:spPr>
        <p:txBody>
          <a:bodyPr wrap="none" anchor="b">
            <a:spAutoFit/>
          </a:bodyPr>
          <a:lstStyle/>
          <a:p/>
          <a:p>
            <a:pPr algn="r">
              <a:defRPr sz="3800">
                <a:solidFill>
                  <a:srgbClr val="FFFFFF"/>
                </a:solidFill>
                <a:latin typeface="Calibri"/>
              </a:defRPr>
            </a:pPr>
            <a:r>
              <a:rPr b="0" i="0"/>
              <a:t>În curând zorii vor veni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00000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91440" y="91440"/>
            <a:ext cx="12783312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3800">
                <a:solidFill>
                  <a:srgbClr val="FFFFFF"/>
                </a:solidFill>
                <a:latin typeface="Calibri"/>
              </a:defRPr>
            </a:pPr>
            <a:r>
              <a:t>Refren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" y="457200"/>
            <a:ext cx="14429232" cy="6839712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/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În curând zorii vor veni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Şi în cer acasă vom sosi.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Abia atunci pricepe-vom deplin</a:t>
            </a:r>
          </a:p>
          <a:p>
            <a:pPr algn="ctr">
              <a:spcAft>
                <a:spcPts val="720"/>
              </a:spcAft>
            </a:pPr>
            <a:r>
              <a:rPr sz="4800">
                <a:solidFill>
                  <a:srgbClr val="FFFFFF"/>
                </a:solidFill>
                <a:latin typeface="Calibri"/>
              </a:rPr>
              <a:t>Dumnezeu de ce-a lăsat atâta chin.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