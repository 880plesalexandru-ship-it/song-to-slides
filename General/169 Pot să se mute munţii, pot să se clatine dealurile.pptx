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Pot să se mute munţii, pot să se clatine dealurile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Încrede-te în Dumnezeu, El te va ajuta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braţul Său, în orice rău, pe tine.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Încrede-te-n Cuvântul Său, El te va apăra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braţul Său, de orice rău, pe tine.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Pot să se mute munţii, pot să se clatine dealurile,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Pot să se mute munţii, pot să se clatine dealurile,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dragostea Sa nu se va-ndepărta de la tine, </a:t>
            </a:r>
            <a:r>
              <a:rPr b="1" sz="4800">
                <a:solidFill>
                  <a:srgbClr val="FFFFFF"/>
                </a:solidFill>
                <a:latin typeface="Calibri"/>
              </a:rPr>
              <a:t>tine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Pot să vină furtuni, pot să urle valurile,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te-ngrijora de viaţa ta căci e cu tine.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treci prin încercări, ispite sau dureri,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treci prin încercări, ispite sau dureri,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descuraja căci El îţi va da pace.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sufletul ţi-e întristat, El te va mângâia,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viaţa ta El va turna 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Pot să se mute munţii, pot să se clatine dealurile,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Pot să se mute munţii, pot să se clatine dealurile,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dragostea Sa nu se va-ndepărta de la tine, </a:t>
            </a:r>
            <a:r>
              <a:rPr b="1" sz="4800">
                <a:solidFill>
                  <a:srgbClr val="FFFFFF"/>
                </a:solidFill>
                <a:latin typeface="Calibri"/>
              </a:rPr>
              <a:t>tine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Pot să vină furtuni, pot să urle valurile,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te-ngrijora de viaţa ta căci e cu tine.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