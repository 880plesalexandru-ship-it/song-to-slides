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Va veni Domnul când nici nu o să şti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Va veni Domnul când nici nu o să şti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vei zbura sus în cer spre veşnicii.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Te-ai pregătit ca să zbori cu Duhul Sfânt?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Ai încheiat tu cu cerul legământ?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Ziua nu-i departe, ia aminte, soră, frate,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Ziua nu-i departe, ia aminte, soră, frate,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Ziua aceea-i mai aproape-azi ca oricând.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Dumnezeu aşteaptă şi răsplata va fi dreaptă,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uitaţi de mântuirea voastră-acum!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Domnul iubeşte pe cei neprihăniţi,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iubeşte pe cei neprihăniţi,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Veniţi cu toţi azi la El, fiţi fericiţi.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păzeşte pe toţi cei ce-L iubesc,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le dă viaţă în cerul cel de veci.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Ziua nu-i departe, ia aminte, soră, frate,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Ziua nu-i departe, ia aminte, soră, frate,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Ziua aceea-i mai aproape-azi ca oricând.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Dumnezeu aşteaptă şi răsplata va fi dreaptă,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uitaţi de mântuirea voastră-acum!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Zilele trec ca şi gându-n veşnicii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Zilele trec ca şi gându-n veşnicii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Dumnezeu te aşteaptă ca să vii.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Ziua de mâine poate nu-i 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Întoarce-te la credinţă, nu mai sta!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Ziua nu-i departe, ia aminte, soră, frate,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Ziua nu-i departe, ia aminte, soră, frate,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Ziua aceea-i mai aproape-azi ca oricând.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Dumnezeu aşteaptă şi răsplata va fi dreaptă,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uitaţi de mântuirea voastră-acum!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