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inimă curată, Doamne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inimă curată,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tot ce-mi doresc din partea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inimă curată,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tot ce-mi doresc din partea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inimă în care răutatea să nu stea,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inimă în care răutatea să nu 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inimă în care să domneşti, eu aş vrea,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inimă deschisă pentru Tine,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Să-Ţi înalţe osanale, către Tine, cel mai mare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