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Cum doreşte un cerb izvor de apă-aşa eu Te doresc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Cum doreşte un cerb izvor de apă-aşa eu Te doresc,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eşti singura mea dorinţă, să Te laud eu tânjesc.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Tu-mi eşti scut şi tăria mea,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Tu-mi eşti scut şi tăria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Ţie-ţi dau toată inima.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 eşti singura mea dorinţă,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Te laud eu tânjesc.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Sufletul meu Te caută zi şi noapte, eşti Dumnezeul viu,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Sufletul meu Te caută zi şi noapte, eşti Dumnezeul viu,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eşti singura mea iubire, doar al Tău vreau eu să fiu.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Tu-mi eşti scut şi tăria mea,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Tu-mi eşti scut şi tăria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Ţie-ţi dau toată inima.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 eşti singura mea dorinţă,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Te laud eu tânjesc.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