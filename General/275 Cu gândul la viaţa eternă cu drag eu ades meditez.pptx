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gândul la viaţa eternă cu drag eu ades meditez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gândul la viaţa eternă cu drag eu ades meditez,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singurul lucru în viaţă pe care doresc să-l păstrez.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nu aş vrea niciodată să mă despart de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Credinţa vieţii sfinte vreau s-o păzesc până 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ţara eternă, paradis, ţară de vis,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ţara eternă, paradis, ţară de vis,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clipe trăite cu Domnul sunt momente de nedescris,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Splendori nemaivăzute şi cântări fără sfârşit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vor uimi când vom sosi în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lume-i atâta tristeţe că oamenii nu pot vedea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lume-i atâta tristeţe că oamenii nu pot vedea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Negura grea de păcate, nici iadul în care vor sta.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de-aici e o şansă, depinde ce facem cu 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pierde pe veci mântuirea sau veşnic în rai vom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ţara eternă, paradis, ţară de vis,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ţara eternă, paradis, ţară de vis,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clipe trăite cu Domnul sunt momente de nedescris,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Splendori nemaivăzute şi cântări fără sfârşit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vor uimi când vom sosi în veşnicii.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