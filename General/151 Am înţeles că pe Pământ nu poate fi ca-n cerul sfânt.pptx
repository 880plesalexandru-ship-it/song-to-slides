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Am înţeles că pe Pământ nu poate fi ca-n cerul sfânt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înţeles că pe Pământ nu poate fi ca-n cerul sfânt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cât de mult noi ne-am lupta ce este-n cer nu vom avea.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Hoinărind prin lume căutam, ideal în viaţă nu găseam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Hoinărind prin lume căutam, ideal în viaţă nu găseam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când de-acolo chiar de sus m-a chemat la viaţa El,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cugetat în mintea mea să înţeleg ce n-aş putea,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cugetat în mintea mea să înţeleg ce n-aş putea,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fără viaţă din Isus nu pot ajunge-n ceruri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Hoinărind prin lume căutam, ideal în viaţă nu găseam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Hoinărind prin lume căutam, ideal în viaţă nu găseam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când de-acolo chiar de sus m-a chemat la viaţa El,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tot privit în jurul meu să văd ce-i simplu şi ce-i greu,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tot privit în jurul meu să văd ce-i simplu şi ce-i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cu Isus pe calea mea tot greul voi îndepărta.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Hoinărind prin lume căutam, ideal în viaţă nu găseam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Hoinărind prin lume căutam, ideal în viaţă nu găseam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când de-acolo chiar de sus m-a chemat la viaţa El,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