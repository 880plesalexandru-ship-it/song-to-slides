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Eşti necuprins de timp şi spaţiu, de-orice gândire mai presus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necuprins de timp şi spaţiu, de-orice gândire mai presus,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pretutindenea în toate şi totuşi cât de nepătruns.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Deasupra tuturor, o, Doamne, cu măreţie străluceşti,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Cu-înţelepciunea-Ţi fără margini, în orice clipă mă uimeşti.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Din veşnicie eşti acelaşi,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veşnicie eşti acelaşi,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Iehova 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Splendori cereşti Te înconjoară,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veşnicie-n veşnicie eşti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Iehova,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Eşti Dumnezeu din veşnicie, izvorul tainicei iubiri,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Dumnezeu din veşnicie, izvorul tainicei iubiri,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cer Ţi-e tronul de domnie, înconjurat de heruvimi.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Tatăl nostru bun şi mare, ce ne dai pâine zi de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adunarea-n sărbătoare, Îţi cântă sfinte melodii.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Din veşnicie eşti acelaşi,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veşnicie eşti acelaşi,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Iehova 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Splendori cereşti Te înconjoară,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veşnicie-n veşnicie eşti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Iehova,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faţa măreţiei Tale, se-închină orice muritor,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faţa măreţiei Tale, se-închină orice muritor,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 se înalţă osanale, Atotputernic Creator.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toate voia Ta să fie, sfinţească-Se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Vie a Ta împărăţie, Preasfânt şi mare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Din veşnicie eşti acelaşi,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veşnicie eşti acelaşi,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Iehova e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Splendori cereşti Te înconjoară,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veşnicie-n veşnicie eşti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Iehova,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