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Dă-ne putere, Doamne, azi Îţi cerem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Dă-ne putere, Doamne, azi Îţi cerem,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Puterea Duhului Tău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putem învinge-n orice vreme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timpul alergării pe Pământ.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Harul Tău în încercarea grea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Harul Tău în încercarea grea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 dăruieşte victoria, o,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Prin puterea Ta învingem noi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orice lupte şi nevoi.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Ajută-ne ca să purtăm cu cinste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Ajută-ne ca să purtăm cu cinste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Numele-Ţi Sfânt aşa cum ne-ai chemat,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oglindim în ale noastre fapte,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Isuse, chipul Tău Sfânt şi curat.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Harul Tău în încercarea grea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Harul Tău în încercarea grea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 dăruieşte victoria, o,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Prin puterea Ta învingem noi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orice lupte şi nevoi.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Dă-ne putere ca să fim în lume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Dă-ne putere ca să fim în lume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Lumină pentru cei ce-s rătăciţi,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ţinem sus stindardul Evangheliei,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de vom fi de oameni prigoniţi.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Harul Tău în încercarea grea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Harul Tău în încercarea grea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 dăruieşte victoria, o,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Prin puterea Ta învingem noi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orice lupte şi nevoi.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Ajută-ne să mergem drept pe 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Ajută-ne să mergem drept pe cale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greul şi ispita vor veni,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dăm înapoi în încercare,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ne poată răul birui.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Harul Tău în încercarea grea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Harul Tău în încercarea grea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Ne dăruieşte victoria, o,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Prin puterea Ta învingem noi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orice lupte şi nevoi.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