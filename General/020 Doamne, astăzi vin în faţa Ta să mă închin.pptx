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Doamne, astăzi vin în faţa Ta să mă închin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astăzi vin în faţa Ta să mă închin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fiu umplut de har divin.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iubirea Ta doresc mai mult să îmi cunosc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Slăbiciunile şi să cresc în iubirea 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Cheamă-mă şi voi veni la Tine,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Cheamă-mă şi voi veni la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sunt slab, Tu mă-ntăreşti.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 vulturul spre cer mă voi înălţa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veşnic voi trăi, mereu voi locui în prezenţa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Doamne, vreau să fiu în stare să-nţeleg cum eşti,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vreau să fiu în stare să-nţeleg cum 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Care-i calea Ta, cum să merg pe 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din pacea Ta în suflet să-mi reverşi un strop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cei din jur să bea şi să stea în iubirea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Cheamă-mă şi voi veni la Tine,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Cheamă-mă şi voi veni la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sunt slab, Tu mă-ntăreşti.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 vulturul spre cer mă voi înălţa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veşnic voi trăi, mereu voi locui în prezenţa 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