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Tot cerul declară măreţia Domnului ’nviat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Tot cerul declară măreţia Domnului ’nviat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Ce se compară cu frumuseţea Domnului?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În veci de veci eşti Tu</a:t>
            </a:r>
            <a:r>
              <a:rPr b="0" i="0"/>
              <a:t>, </a:t>
            </a:r>
            <a:r>
              <a:rPr b="1" i="0"/>
              <a:t>în veci de veci eşti Tu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În veci de veci eşti Tu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în veci de veci eşti Tu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Divinul Miel pe tron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divinul Miel pe tron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Genunchii îmi aplec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genunchii îmi aplec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Ţie mă închin.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Vreau să proclam măreţia Domnului înviat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Vreau să proclam măreţia Domnului înviat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Care-a fost zdrobit, împăcându-ne cu Dumnezeu.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	</a:t>
            </a:r>
            <a:r>
              <a:rPr b="0" i="1"/>
              <a:t>În veci de veci eşti Tu</a:t>
            </a:r>
            <a:r>
              <a:rPr b="0" i="0"/>
              <a:t>, </a:t>
            </a:r>
            <a:r>
              <a:rPr b="1" i="0"/>
              <a:t>în veci de veci eşti Tu</a:t>
            </a:r>
            <a:r>
              <a:rPr b="0" i="0"/>
              <a:t>,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În veci de veci eşti Tu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în veci de veci eşti Tu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i="1" sz="4800">
                <a:solidFill>
                  <a:srgbClr val="FFFFFF"/>
                </a:solidFill>
                <a:latin typeface="Calibri"/>
              </a:rPr>
              <a:t>Divinul Miel pe tron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divinul Miel pe tron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</a:t>
            </a:r>
            <a:r>
              <a:rPr i="1" sz="4800">
                <a:solidFill>
                  <a:srgbClr val="FFFFFF"/>
                </a:solidFill>
                <a:latin typeface="Calibri"/>
              </a:rPr>
              <a:t>Genunchii îmi aplec</a:t>
            </a:r>
            <a:r>
              <a:rPr sz="4800">
                <a:solidFill>
                  <a:srgbClr val="FFFFFF"/>
                </a:solidFill>
                <a:latin typeface="Calibri"/>
              </a:rPr>
              <a:t>, </a:t>
            </a:r>
            <a:r>
              <a:rPr b="1" sz="4800">
                <a:solidFill>
                  <a:srgbClr val="FFFFFF"/>
                </a:solidFill>
                <a:latin typeface="Calibri"/>
              </a:rPr>
              <a:t>genunchii îmi aplec</a:t>
            </a:r>
            <a:r>
              <a:rPr sz="4800">
                <a:solidFill>
                  <a:srgbClr val="FFFFFF"/>
                </a:solidFill>
                <a:latin typeface="Calibri"/>
              </a:rPr>
              <a:t>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	Şi Ţie mă închin.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