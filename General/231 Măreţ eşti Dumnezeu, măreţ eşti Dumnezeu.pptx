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Măreţ eşti Dumnezeu, măreţ eşti Dumnezeu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Măreţ eşti Dumnezeu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măreţ eşti Dumnezeu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Cu laude noi Te onorăm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cu laude noi Te onorăm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</a:t>
            </a:r>
            <a:r>
              <a:rPr b="0" i="1"/>
              <a:t>Osana!</a:t>
            </a:r>
            <a:r>
              <a:rPr b="0" i="0"/>
              <a:t> </a:t>
            </a:r>
            <a:r>
              <a:rPr b="1" i="0"/>
              <a:t>Osana!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Osana!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Osana!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Binecuvântat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Osana!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Binecuvântat să fie Domnul!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</a:t>
            </a:r>
            <a:r>
              <a:rPr b="0" i="1"/>
              <a:t>Cântaţi şi voi cu noi</a:t>
            </a:r>
            <a:r>
              <a:rPr b="0" i="0"/>
              <a:t>, </a:t>
            </a:r>
            <a:r>
              <a:rPr b="1" i="0"/>
              <a:t>cântaţi şi voi cu noi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Cântaţi şi voi cu noi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cântaţi şi voi cu noi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Lăudaţi-L pe Domnul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lăudaţi-L pe Domnul Isus!</a:t>
            </a:r>
            <a:r>
              <a:rPr sz="4800">
                <a:solidFill>
                  <a:srgbClr val="FFFFFF"/>
                </a:solidFill>
                <a:latin typeface="Calibri"/>
              </a:rPr>
              <a:t>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</a:t>
            </a:r>
            <a:r>
              <a:rPr b="0" i="1"/>
              <a:t>Osana!</a:t>
            </a:r>
            <a:r>
              <a:rPr b="0" i="0"/>
              <a:t> </a:t>
            </a:r>
            <a:r>
              <a:rPr b="1" i="0"/>
              <a:t>Osana!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Osana!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Osana!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Binecuvântat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Osana!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Binecuvântat să fie Domnul!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</a:t>
            </a:r>
            <a:r>
              <a:rPr b="0" i="1"/>
              <a:t>Isuse, fii slăvit</a:t>
            </a:r>
            <a:r>
              <a:rPr b="0" i="0"/>
              <a:t>, </a:t>
            </a:r>
            <a:r>
              <a:rPr b="1" i="0"/>
              <a:t>Isuse</a:t>
            </a:r>
            <a:r>
              <a:rPr b="0" i="0"/>
              <a:t>,</a:t>
            </a:r>
            <a:r>
              <a:rPr b="1" i="0"/>
              <a:t> fii slăvit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Isuse, fii slăvit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fii slăvit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Căci harul Tău noi am primit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căci harul Tău noi am primit</a:t>
            </a:r>
            <a:r>
              <a:rPr sz="4800">
                <a:solidFill>
                  <a:srgbClr val="FFFFFF"/>
                </a:solidFill>
                <a:latin typeface="Calibri"/>
              </a:rPr>
              <a:t>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</a:t>
            </a:r>
            <a:r>
              <a:rPr b="0" i="1"/>
              <a:t>Osana!</a:t>
            </a:r>
            <a:r>
              <a:rPr b="0" i="0"/>
              <a:t> </a:t>
            </a:r>
            <a:r>
              <a:rPr b="1" i="0"/>
              <a:t>Osana!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Osana!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Osana!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Binecuvântat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Osana!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Binecuvântat să fie Domnul!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