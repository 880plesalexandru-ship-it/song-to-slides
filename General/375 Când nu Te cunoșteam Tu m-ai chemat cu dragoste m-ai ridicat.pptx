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Când nu Te cunoșteam Tu m-ai chemat cu dragoste m-ai ridicat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nu Te cunoșteam Tu m-ai chemat cu dragoste m-ai ridicat.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jertfa Ta, Isus, am fost sfințit și haine noi mi-ai dăruit.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Doamne vreau sa te slujesc cât voi trăi,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 vreau sa te slujesc cât voi trăi,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Drumul Tău sa îl urmez in fiecare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Până-n ziua când la cer mă vei chema.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aici Isus la dispoziția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Părinte mare har mi-ai dăruit ca să-ti slujesc, Domn, infinit.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Părinte mare har mi-ai dăruit ca să-ti slujesc, Domn, infinit.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doar un simplu rob neînsemnat, Tu, Domn al vieții, Împărat.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Doamne vreau sa te slujesc cât voi trăi,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 vreau sa te slujesc cât voi trăi,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Drumul Tău sa îl urmez in fiecare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Până-n ziua când la cer mă vei chema.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aici Isus la dispoziția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Cu tot ce am Isus mă dăruiesc, mireasma Ta s-o răspândesc,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tot ce am Isus mă dăruiesc, mireasma Ta s-o răspândesc,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Trăind mereu cu zel, al Tău Cuvânt, înaintând prin Duhul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Doamne vreau sa te slujesc cât voi trăi,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 vreau sa te slujesc cât voi trăi,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Drumul Tău sa îl urmez in fiecare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Până-n ziua când la cer mă vei chema.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aici Isus la dispoziția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Si prigoniri de vor veni, si încercat voi fi,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Si prigoniri de vor veni, si încercat voi fi,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Vreau lângă Tine credincios sa rămân,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Pân’ la sfârșit, pân’ la sfârșit”.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Doamne vreau sa te slujesc cât voi trăi,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 vreau sa te slujesc cât voi trăi,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Drumul Tău sa îl urmez in fiecare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Până-n ziua când la cer mă vei chema.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aici Isus la dispoziția 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