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 dat Stăpânul robilor talanţi după puterea ce au de lucrat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 dat Stăpânul robilor talanţi după puterea ce au de lucrat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i-a chemat la El când S-a întors, ca să vadă cine-i robul credincios.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Nu-ţi înveli talantul în prosop,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Nu-ţi înveli talantul în prosop,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Stăpânul vrea să-I fii de vreun folos.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Lucrează azi cât încă mai e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Mâine nu se ştie dacă va mai fi.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Cel ce-a muncit a fost şi răsplătit, talanţi Stăpânul iar i-a dăruit,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Cel ce-a muncit a fost şi răsplătit, talanţi Stăpânul iar i-a dăruit,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cel ce-a fost un rob necredincios fără de talanţi afară a fost scos.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Nu-ţi înveli talantul în prosop,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Nu-ţi înveli talantul în prosop,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Stăpânul vrea să-I fii de vreun folos.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Lucrează azi cât încă mai e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Mâine nu se ştie dacă va mai fi.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Veniţi cu toţi în via Domnului, robi credincioşi să fiţi în casa Lui,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Veniţi cu toţi în via Domnului, robi credincioşi să fiţi în casa 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fi ferice dacă vom munci, în Împărăţia cerului vom fi.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Nu-ţi înveli talantul în prosop,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Nu-ţi înveli talantul în prosop,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Stăpânul vrea să-I fii de vreun folos.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Lucrează azi cât încă mai e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Mâine nu se ştie dacă va mai fi.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