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Trecea un om, mergea încet pe 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Trecea un om, mergea încet pe cale,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Ţi se părea că-i cel mai vinovat.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Îl vedeai privirea-ţi întorceai,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Scuipat, bătut spre deal Se îndrepta.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oameni mulţi în urma Lui mergeau,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oameni mulţi în urma Lui mergeau,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Îl sileau să urce înspre deal.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Acolo sus avea să Se jertfească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Acel om blând,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 cruce grea pe umeri El purta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cruce grea pe umeri El purta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spini avea pe fruntea ce-L durea,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Sudoarea Lui cu praful de pe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sânge, lacrimi, toate se uneau.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Apoi cădea sub crucea Lui cea grea,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Apoi cădea sub crucea Lui cea grea,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ştiau că-i Fiul cerului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nu ştiau durerea ce-o avea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Acel om blând,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Acolo sus de toţi fu părăsit,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Acolo sus de toţi fu părăsit,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Ocara grea i-a frânt Lui inima.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Divinul Om pe cruce înălţat,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Zdrobit de tot la Tatăl S-a îndreptat.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a strigat: „O, Tată, iartă-i Tu!”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 strigat: „O, Tată, iartă-i Tu!”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Soarele nu a mai luminat,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Păcatul meu şi-al tău L-a-ncoronat,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acel om blând, Isus Hristos.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