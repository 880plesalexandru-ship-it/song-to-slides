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E scris că harul de la neamuri se va ridica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scris că harul de la neamuri se va ridica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uşa într-o zi se va-ncuia.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Se împlinesc cuvintele slăvitului Isus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Aşa cum ucenicilor le-a spus.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Biserică păstrează dar credinţa ce-ai primit,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Biserică păstrează dar credinţa ce-ai primit,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Păstrează nostalgia cercetării ce-ai simţit.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Fecioară, aşteptarea în curând se va sfârşi,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Veghează că-n curând El va veni.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Smochinul care două mii de ani a fost uscat,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Smochinul care două mii de ani a fost uscat,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Smochinul blestemat azi rod a dat.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Copacii de asemeni cu putere înfloresc,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Venirea primăverii o vestesc.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Biserică păstrează dar credinţa ce-ai primit,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Biserică păstrează dar credinţa ce-ai primit,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Păstrează nostalgia cercetării ce-ai simţit.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Fecioară, aşteptarea în curând se va sfârşi,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Veghează că-n curând El va veni.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 	/: Fecioară, aşteptarea în curând se va sfârşi,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	/: Fecioară, aşteptarea în curând se va sfârşi,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A naşterii dureri le simte omenirea iar,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A naşterii dureri le simte omenirea iar,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Dar iată fericirea vine după-acest amar.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Veghează că-n curând El va veni.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Uleiul şi candela să veghezi ca să le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Uleiul şi candela să veghezi ca să le ai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doctorie pentru ochi să-ţi iei.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Fecioară, îţi ridică-apoi privirea ta în sus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Şi-aşteaptă-n orice clipă pe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Să-ţi pui apoi nădejdea-n harul ce-ţi va fi adus,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Să-ţi pui apoi nădejdea-n harul ce-ţi va fi adus,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slavă când pe nori veni-va Mirele Isus.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/: Fecioară, aşteptarea în curând se va sfârşi,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Veghează că-n curând El va veni.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