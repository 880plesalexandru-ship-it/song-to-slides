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Răsună pe Pământ un glas ceresc şi sfânt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Răsună pe Pământ un glas ceresc şi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semne şi cuvânt, prin cânt cu jar.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glasul lui Isus, ne cheamă blând nespus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S-avem privirea-n sus că vine iar.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har vă înfrăţiţi, copiii Mei iubiţi,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har vă înfrăţiţi, copiii Mei iubiţi,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n-o să vă gândiţi voi apărea, </a:t>
            </a:r>
            <a:r>
              <a:rPr b="1" sz="4800">
                <a:solidFill>
                  <a:srgbClr val="FFFFFF"/>
                </a:solidFill>
                <a:latin typeface="Calibri"/>
              </a:rPr>
              <a:t>voi apărea</a:t>
            </a:r>
            <a:r>
              <a:rPr sz="48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Pe-ai Mei îi voi lua cu Mine-i voi-nălţa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raiul le voi da-n iubirea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Se-ntunecă spre zări, la orizont vin nori,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Se-ntunecă spre zări, la orizont vin nori,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vechile cărări e mai pustiu.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noaptea e pe drum, vă-ntoarceţi toţi acum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dragostea dintâi în clocot viu.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har vă înfrăţiţi, copiii Mei iubiţi,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har vă înfrăţiţi, copiii Mei iubiţi,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n-o să vă gândiţi voi apărea, </a:t>
            </a:r>
            <a:r>
              <a:rPr b="1" sz="4800">
                <a:solidFill>
                  <a:srgbClr val="FFFFFF"/>
                </a:solidFill>
                <a:latin typeface="Calibri"/>
              </a:rPr>
              <a:t>voi apărea</a:t>
            </a:r>
            <a:r>
              <a:rPr sz="48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Pe-ai Mei îi voi lua cu Mine-i voi-nălţa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raiul le voi da-n iubirea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Curând veţi auzi, trompeta va vesti,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Curând veţi auzi, trompeta va vesti,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Arhangheli vor vui şi vor striga: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„O, iată a venit slăvitul Prinţ dorit!”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Acel ce-i pregătit Îl va urma.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har vă înfrăţiţi, copiii Mei iubiţi,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har vă înfrăţiţi, copiii Mei iubiţi,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n-o să vă gândiţi voi apărea, </a:t>
            </a:r>
            <a:r>
              <a:rPr b="1" sz="4800">
                <a:solidFill>
                  <a:srgbClr val="FFFFFF"/>
                </a:solidFill>
                <a:latin typeface="Calibri"/>
              </a:rPr>
              <a:t>voi apărea</a:t>
            </a:r>
            <a:r>
              <a:rPr sz="48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Pe-ai Mei îi voi lua cu Mine-i voi-nălţa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raiul le voi da-n iubirea Mea.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