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Să nu te miri dacă încercarea loveşte fără milă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te miri dacă încercarea loveşte fără milă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dacă lacrimi curg pe-obraz.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Atunci arată ce e răbdarea, să-învingi împrejurarea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Care-ţi aduce-acest necaz.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Când îndârjite vin ispite pentru-a ne lovi,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îndârjite vin ispite pentru-a ne lovi,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fă mai tare duhul care la-ncercare va slăbi.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harul Tău noi primim răbdarea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Să-nvingem încercarea care ne ţine robi aici.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nu te miri dacă faci un bine,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te miri dacă faci un bine,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semenul la tine vine să-întoarcă bine-n rău.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Atunci arată ce e iubirea născută din trăirea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Vieţii ascunse-n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Când îndârjite vin ispite pentru-a ne lovi,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îndârjite vin ispite pentru-a ne lovi,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fă mai tare duhul care la-ncercare va slăbi.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harul Tău noi primim răbdarea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Să-nvingem încercarea care ne ţine robi aici.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