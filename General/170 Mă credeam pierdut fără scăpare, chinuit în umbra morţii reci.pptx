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Mă credeam pierdut fără scăpare, chinuit în umbra morţii reci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credeam pierdut fără scăpare, chinuit în umbra morţii reci,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puteam să sper într-o salvare şi credeam că-s chinuit pe veci.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deodată-n juru-mi s-a făcut lumină şi-o fiinţă blândă m-a chemat,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Mi-a şoptit că mi-e iertată vina şi păcatul îmi este spălat.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Isus, m-ai salvat, Te iubesc ne-ncetat.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Isus, m-ai salvat, Te iubesc ne-ncetat.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Viaţa mea e a Ta, vreau să-Ţi cânt pe veci iubirea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Am aflat că-n dragostea-Ţi cea mare suferinţa crudă ai gustat,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aflat că-n dragostea-Ţi cea mare suferinţa crudă ai gustat,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Pot trăi şi eu cu Tine veşnic, ai plătit Tu preţul şi-s iertat.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rămas uimit de marea Ta iubire pentr-un păcătos neînsemnat,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în juru-Ţi sunt atâţia îngeri ce-Ţi slujesc şi n-au niciun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Isus, m-ai salvat, Te iubesc ne-ncetat.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Isus, m-ai salvat, Te iubesc ne-ncetat.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Viaţa mea e a Ta, vreau să-Ţi cânt pe veci iubirea mea.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