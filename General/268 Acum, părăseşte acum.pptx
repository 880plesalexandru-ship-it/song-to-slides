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Acum, părăseşte acum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Acum, părăseşte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Gândul tău, gând murdar, ce e-n inima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Pustiu sufletul îţi va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Ne-ncetat va rodi răul din viaţa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la Isus, viaţă-ţi aduce,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la Isus, viaţă-ţi aduce,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moarte El a înviat.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Pace, iertare.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inima ta suferinţa nu va exista.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vii la Isus chiar acum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vii la Isus chiar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păşeşti pe-al Său drum şi să-I dai inima.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 primeşte cum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să nu zăboveşti, mântuire-ţi va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la Isus, viaţă-ţi aduce,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la Isus, viaţă-ţi aduce,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moarte El a înviat.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Pace, iertare.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inima ta suferinţa nu va exista.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tot rătăcind şi mereu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tot rătăcind şi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Căutând, întrebând, adevăr negăsind,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singur n-am mai rămas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măcar, niciun ceas,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Răul nu m-a înşelat.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la Isus, viaţă-ţi aduce,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la Isus, viaţă-ţi aduce,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moarte El a înviat.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Pace, iertare.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inima ta suferinţa nu va exista.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