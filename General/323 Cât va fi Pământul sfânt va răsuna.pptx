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Cât va fi Pământul sfânt va răsuna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Cât va fi Pământul sfânt va răsuna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Imnul adorării pentru slava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 neam sau limbă Te va lăuda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eşti Creatorul Tu vei rămânea!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Slavă! Slavă! noi Te lăudăm,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Slavă! Slavă! noi Te lăudăm,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din inimi închinare-Ţi dăm,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Imnul laudei sfinte-n veci nu va-nceta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Toată veşnicia Doamne-Ţi vom cânta.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va fi vreodat’ un colţ de pe Pământ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va fi vreodat’ un colţ de pe Pământ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nu-Ţi cânte laudă Ţie, Doamne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omenirea nu Te va lăuda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cânta natura, aştrii vor cânta.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Slavă! Slavă! noi Te lăudăm,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Slavă! Slavă! noi Te lăudăm,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din inimi închinare-Ţi dăm,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Imnul laudei sfinte-n veci nu va-nceta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Toată veşnicia Doamne-Ţi vom cânta.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Dacă unii astăzi nu te vor slăvi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unii astăzi nu te vor slăvi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Mâine regreta-vor când Te vor privi,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azi ni-e cântul de tristeţe nins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Mâine va fi vesel sus în paradis.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Slavă! Slavă! noi Te lăudăm,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Slavă! Slavă! noi Te lăudăm,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din inimi închinare-Ţi dăm,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Imnul laudei sfinte-n veci nu va-nceta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Toată veşnicia Doamne-Ţi vom cânta.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