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Nu te mai vreau, nu te mai vreau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am găsit o lume mai frumoasă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care aş dori să fii şi tu,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bucurii ce veşnic nu se gată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cântă corul marilor creştini.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Nu te mai vreau, nu te mai vreau,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Nu te mai vreau, nu te mai vreau,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Nu te mai vreau, lume,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Nu te mai vreau nicicând.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intri pe poartă este o uimire,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intri pe poartă este o uimire,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totul te-încântă şi te înnoieşti.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Chiar astăzi Stăpânul mi-a spus despre tine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 vrea să te vadă că nu zăboveşti.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Nu te mai vreau, nu te mai vreau,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Nu te mai vreau, nu te mai vreau,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Nu te mai vreau, lume,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Nu te mai vreau nicicând.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