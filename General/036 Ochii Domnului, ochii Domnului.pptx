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Ochii Domnului, ochii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Ochii Domnului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</a:t>
            </a:r>
            <a:r>
              <a:rPr i="1" sz="4800">
                <a:solidFill>
                  <a:srgbClr val="FFFFFF"/>
                </a:solidFill>
                <a:latin typeface="Calibri"/>
              </a:rPr>
              <a:t>ochii Domnului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Plini de dragoste privesc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de dragoste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Inimile tuturor care nu-L cunosc.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Mâna Domnului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  <a:r>
              <a:rPr b="1" sz="4800">
                <a:solidFill>
                  <a:srgbClr val="FFFFFF"/>
                </a:solidFill>
                <a:latin typeface="Calibri"/>
              </a:rPr>
              <a:t> mâna Domnului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Întinsă e şi azi spre noi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întinsă 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Întinde mâna ta şi tu, nu mai privi-napoi!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Înapoi de mergi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înapoi de mergi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Nu mai ai ce întâlni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ce întâlni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viaţa plină de necaz, întoarce-te la Domnul azi!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Şopteşte „Iartă-mă, ia vina mea!”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Şopteşte „Iartă-mă, ia vina mea!”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Isus e lângă tine, vrea să intre-n viaţa ta.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