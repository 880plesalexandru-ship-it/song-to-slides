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Te-am găsit în flori şi-n stele şi-n al cerului înalt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Te-am găsit în flori şi-n stele şi-n al cerului înalt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în mii de păsărele şi în stânca de bazalt.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Te-am găsit ’n-adânc de ape, dar şi-n murmur de izvor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departe şi de-aproape Tu eşti Domnul domnilor.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Peste tot şi pretutindeni eşti cel mai frumos decor,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Peste tot şi pretutindeni eşti cel mai frumos decor,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ca Tine nu e nimeni, eşti al nostru Creator.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Te-am găsit în stropi de rouă şi-n culori de curcubeu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Te-am găsit în stropi de rouă şi-n culori de curcubeu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Şi-n măreaţă auroră Te-am aflat eu, Dumnezeu.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Te-am găsit în ape ’nalte, în necazuri şi-n dureri,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şi-n dorul care arde, dar şi în dulci mângâieri.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Peste tot şi pretutindeni eşti cel mai frumos decor,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Peste tot şi pretutindeni eşti cel mai frumos decor,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ca Tine nu e nimeni, eşti al nostru Creator.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Te-am găsit în fir de nufăr şi în murmurul din crâng,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Te-am găsit în fir de nufăr şi în murmurul din crâng,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Suferind cu-acei ce sufăr şi plângând cu-acei ce plâng.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Te-am găsit la ceas de jale, suspinând îndurerat,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şi-n cor de osanale, adorat şi lăudat.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Peste tot şi pretutindeni eşti cel mai frumos decor,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Peste tot şi pretutindeni eşti cel mai frumos decor,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ca Tine nu e nimeni, eşti al nostru Creator.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Te-am găsit la scăldătoare, la intrare în pridvor,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Te-am găsit la scăldătoare, la intrare în pridvor,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balsam de vindecare legând rana oilor.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Te-am găsit, dulce Isuse, ca păstor şi la necaz,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Te-am găsit întins pe cruce atârnat între tâlhari.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Te-am găsit, dulce Isuse, căci cu dor Te-am căutat,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Te-am găsit, dulce Isuse, căci cu dor Te-am căutat,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durerile nespuse pentru mine le-ai purtat.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