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Omule opreşte-te pe loc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	Meditează-adânc la viaţa ta,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Omule opreşte-te pe loc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Omule opreşte-te pe loc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Care-i rolul tău, unde te grăbeşti?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Unde ţi-e-ndreptată inima,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Ai pe Isus în viaţa ta?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Viaţa-aceasta-i ca un vis,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Trăieşte-o, dar, cu folos!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apoi în paradis,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fii, veşnic cu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şti câte zile-au mai rămas.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 câte zile-au mai rămas.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Anii tăi s-au dus ca şi un abur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Anii tăi s-au dus ca şi un abur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Parcă prea puţini au mai rămas,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 cât mai ai, cât vei mai trăi,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se va opri al tău ceas...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Iar mai apoi când vei trece pragul,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mai apoi când vei trece pragul,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Pregăteşte-te pentru vecie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Pregăteşte-te pentru vecie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acest Pământ să te sfinţeşti,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Hristos să te-întâlneşti,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Isus Hristos să locuieşti.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