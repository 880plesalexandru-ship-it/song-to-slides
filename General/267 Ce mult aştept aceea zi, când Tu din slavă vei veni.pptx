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mult aştept aceea zi, când Tu din slavă vei veni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mult aştept aceea zi, când Tu din slavă vei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Tine, Doamne-n veci să fim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să nu ne mai despărţim.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Tine, Doamne-n veci să fim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să nu ne mai despărţim.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ne-ntâlnim cu toţii-n nori, împreună fraţi şi surori,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zburăm spre veşnicii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Către eterne bucurii.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zburăm spre veşnicii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Către eterne bucurii.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Doamne-adu aceia zori, acele veşnice splendori,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Aceea zi noi o dorim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de departe o privim.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Aceea zi noi o dorim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de departe o zărim.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Ajută-ne în încercări, stai lângă noi în întristări,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păstrăm, Doamne, curaţi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Până la cer vom fi chemaţi.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păstrăm, Doamne, curaţi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Până la cer vom fi luaţi.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Ierusalim, oraş ceresc, locaş preasfânt, dumnezeiesc,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arde doru-aprins în piept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De câtă vreme te aştept.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Mi-e aşa de dor, mi-e aşa de dor,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Spre tine-odată vreau să zbor.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 vrea să zbor spre-acele zări, să uit de lacrimi şi dureri,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strălucire de nespus,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Unde-mpărat va fi Isus.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Daniel şi Avraam,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Cântând în Noul Canaan.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