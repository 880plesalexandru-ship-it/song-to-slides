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Pleacă-ţi genunchii, Isus e-aici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Pleacă-ţi genunchii, Isus e-aici,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Ridică mâini curate spre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Tronul de mărire e-n faţa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Slava se coboară din cer.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Îndrăzneşte de intră în locul sfânt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Spălat prin sângele Mielului,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Vino cu cântări de mărire,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„Osana Mielului Preasfânt!”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Rege-al regilor,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Rege-al regilor,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 al domnilor,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Isus, Isus!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Vino cu povara din viaţa ta,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Vino cu povara din viaţa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Durerea ce te-apasă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Mâna lui Isus poate vindeca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Povara şi păcatul de-i greu.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Pacea ce coboară din cerul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Dragostea şi roadele ei,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Nădejdea şi credinţa de neclintit,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Totul poţi avea dacă vrei.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Rege-al regilor,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Rege-al regilor,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 al domnilor,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Isus, Isus!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