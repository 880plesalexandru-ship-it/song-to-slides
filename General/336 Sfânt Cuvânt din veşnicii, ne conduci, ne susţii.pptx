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Sfânt Cuvânt din veşnicii, ne conduci, ne susţii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Cuvânt din veşnicii, ne conduci, ne susţii,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lui Dumnezeu, ne arăţi în versul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Cuvânt la noi venit, Tu ni Te-ai descoperit,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viaţa lui Isus, ce pentru noi a fost străpuns.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Sfânt Cuvânt neschimbat,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Sfânt Cuvânt neschimbat,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Viaţa Tu ne-ai transformat,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deschidem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ascultăm de vocea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Sfânt Cuvânt şi credincios, toarnă-Ţi harul glorios,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Cuvânt şi credincios, toarnă-Ţi harul glorios,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purtăm victorios chipul sfânt al lui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Sfânt Cuvânt de viaţă plin, dă-ne ajutor deplin,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păşim pe calea Ta, până-n ceruri vom intra.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Sfânt Cuvânt neschimbat,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Sfânt Cuvânt neschimbat,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Viaţa Tu ne-ai transformat,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deschidem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ascultăm de vocea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