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Învaţă-mă să-nfăptuiesc, o, Doamne, voia Ta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Învaţă-mă să-nfăptuiesc, o, Doamne, voia Ta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pot altfel să trăiesc, de-ar fi să piară trupul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Voia Ta, voia Ta, Doamne-n veci voia 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Voia Ta, voia Ta, Doamne-n veci voia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mă umple deplin pentru Tine, Amin.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voia Ta e tot ce-i bun şi azi şi mâine şi în veac,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voia Ta e tot ce-i bun şi azi şi mâine şi în veac,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Ajută-mă să mă supun, să pot să-Ţi fiu oricând pe plac.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Voia Ta, voia Ta, Doamne-n veci voia 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Voia Ta, voia Ta, Doamne-n veci voia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mă umple deplin pentru Tine, Amin.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ai prin Duhul Tău cel Sfânt nebănuite, sfinte căi,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prin Duhul Tău cel Sfânt nebănuite, sfinte căi,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 înveţi, pe acest Pământ, voinţa Ta şi paşii Tăi.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Voia Ta, voia Ta, Doamne-n veci voia 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Voia Ta, voia Ta, Doamne-n veci voia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mă umple deplin pentru Tine, Amin.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Aceasta-i rugăciunea mea, spre Tine necurmat o-ndrept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Aceasta-i rugăciunea mea, spre Tine necurmat o-ndrept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orice-împrejurare grea să ard în voia Ta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Voia Ta, voia Ta, Doamne-n veci voia 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Voia Ta, voia Ta, Doamne-n veci voia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mă umple deplin pentru Tine, Amin.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