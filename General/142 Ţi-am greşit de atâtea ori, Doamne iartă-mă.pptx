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Ţi-am greşit de atâtea ori, Doamne iartă-mă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Ţi-am greşit de atâtea ori, Doamne iartă-mă!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făcut ca să plângi deseori, Doamne iartă-mă!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acum aş dori ca să vezi că m-am schimbat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acum aş dori ca să vezi că m-am schimbat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Şi-aş dori ca s-asculţi când Îţi spun „Te iubesc!”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Te-am supărat deseori, Doamne iartă-mă!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Te-am supărat deseori, Doamne iartă-mă!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n-am fost ce-ai fi dorit Tu, Doamne iartă-mă!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acum aş dori ca să vezi că m-am schimbat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acum aş dori ca să vezi că m-am schimbat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Şi-aş dori ca s-asculţi când Îţi spun „Te iubesc!”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viaţa-mi Te rog, da, Te rog să-mi conduci mereu,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viaţa-mi Te rog, da, Te rog să-mi conduci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se vadă în ea tot mai clar, Doamne chipul Tău.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acum aş dori ca să vezi că m-am schimbat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acum aş dori ca să vezi că m-am schimbat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Şi-aş dori ca s-asculţi când Îţi spun „Te iubesc!”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sădeşte în mine mereu, Doamne, chipul Tău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sădeşte în mine mereu, Doamne, chipul Tău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Şi-aş dori ca să-Ţi spun şi la greu „Doamne, Te iubesc!”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acum aş dori ca să vezi că m-am schimbat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acum aş dori ca să vezi că m-am schimbat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Şi-aş dori ca s-asculţi când Îţi spun „Te iubesc!”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