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Semănătorul a ieşit, sămânţă bună-a semănat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Semănătorul a ieşit, sămânţă bună-a semănat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Într-un pământ lângă drum, păsările vin acum.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/: Eşti un pământ, omule :/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/: Eşti un pământ, omule :/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Eşti un pământ, pământ eşti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O, spune-mi de ce nu rodeşti!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Erai o stâncă-n înălţimi, sămânţa căzuse la tine,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Erai o stâncă-n înălţimi, sămânţa căzuse la tine,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Tu n-ai respins-o direct, dar n-a avut niciun efect.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/: Eşti un pământ, omule :/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/: Eşti un pământ, omule :/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Eşti un pământ, pământ eşti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O, spune-mi de ce nu rodeşti!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Semănătorul a ieşit, sămânţa în văi a căzut,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Semănătorul a ieşit, sămânţa în văi a căzut,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Într-un pământ între spini, o, spune-mi de ce tot suspini?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/: Eşti un pământ, omule :/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/: Eşti un pământ, omule :/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Eşti un pământ, pământ eşti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O, spune-mi de ce nu rodeşti!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Iată, sămânţa acum cade-n pământul cel bun,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4/4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Iată, sămânţa acum cade-n pământul cel bun,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Unul aduce treizeci, altul o sută şi şaizeci.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/: Eşti un pământ, omule :/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/: Eşti un pământ, omule :/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Eşti un pământ, pământ eşti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O, spune-mi de ce nu rodeşti!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