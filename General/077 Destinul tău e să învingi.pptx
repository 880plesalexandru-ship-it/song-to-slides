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Destinul tău e să învingi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Destinul tău e să învingi,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eşti căzut să te ridici,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Destinul tău l-a scris cândva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tău de fapt e scris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cartea vieţii din paradis,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Destinul tău e cerul Său, să ştii.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suntem aici statornici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suntem aici statornici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ţară-avem şi ea 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Calea se sfârşeşte-acolo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vom vedea toţi pe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 să te porţi cum eşti cinstit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să te porţi cum eşti cinstit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Tatăl tău ce te-a iubit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te-a plătit cu mare preţ, să ştii.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„Pe braţul Meu Eu te-am luat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Şi-am să te port neîncetat.”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El, Dumnezeu, spune aşa în Cartea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suntem aici statornici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suntem aici statornici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ţară-avem şi ea 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Calea se sfârşeşte-acolo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vom vedea toţi pe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