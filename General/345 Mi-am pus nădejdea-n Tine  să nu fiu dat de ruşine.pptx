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Mi-am pus nădejdea-n Tine :/ să nu fiu dat de ruşine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Mi-am pus nădejdea-n Tine :/ să nu fiu dat de ruşine,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Mi-am pus nădejdea-n Tine :/ vrăjmaşii mei să nu se bucure de mine.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Tine e nădejdea mea, în Tine, e speranţa mea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Tine e nădejdea mea, în Tine, e speranţa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prin Tine, izbăvire voi primi,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Tine, ne-ncetat voi birui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Tu-mi eşti Stâncă tare :/ adăpost când îmi este greu,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Tu-mi eşti Stâncă tare :/ adăpost când îmi este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Tu-mi eşti Stâncă tare :/ Tu eşti, Dumnezeul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Tine e nădejdea mea, în Tine, e speranţa mea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Tine e nădejdea mea, în Tine, e speranţa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prin Tine, izbăvire voi primi,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Tine, ne-ncetat voi birui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Eşti Steag de biruinţă :/ în lupta-nverşunată,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Eşti Steag de biruinţă :/ în lupta-nverşunată,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Eşti Steag de biruinţă :/ cu Tine, lupta-i câştigată.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Tine e nădejdea mea, în Tine, e speranţa mea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Tine e nădejdea mea, în Tine, e speranţa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prin Tine, izbăvire voi primi,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Tine, ne-ncetat voi birui Domnul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Eşti Domn al domnilor,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Eşti Domn al domnilor,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Rege-al regilor,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Împărat al veşniciilor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În Tine e nădejdea mea, în Tine, e speranţa mea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Tine e nădejdea mea, în Tine, e speranţa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Doar prin Tine, izbăvire voi primi,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Tine, ne-ncetat voi birui Domnul meu.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