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când sunt în durere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când sunt în durere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inima-mi arde de-un foc,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Mă-nvață s-aștept în tăcere,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fac mâinii Tale loc!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smulgă tot răul din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șteargă tot ce e murdar,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poată să curgă spre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și scumpul Tău har!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când nu pot pricepe,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fiu călăuzit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mâna-Ți ce totul începe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duce la bun sfârșit!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Aleg să mă-ncred în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planul ce l-ai făurit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chiar dacă-s lacrimi, suspine,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vreau să devin ce-ai dorit!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cu Tine-nainte,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m-avânt înspre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Primește-ale mele cuvinte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încă un lucru-Ți mai cer: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când e grea încercarea,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Mă-nvață să nu mă mai plâng,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caut încurajarea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aflu în sfântu-Ți Cuvânt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 inima mea să-L strâng!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