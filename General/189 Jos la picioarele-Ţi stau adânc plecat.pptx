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Jos la picioarele-Ţi stau adânc plecat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Jos la picioarele-Ţi stau adânc plecat,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 prezenţa Ta sunt îngenuncheat, sunt îngenuncheat.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Nu-i chemare mai mare, nu-i altă onoare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Nu-i chemare mai mare, nu-i altă onoare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Decât să îngenunchez la tronul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Copleşit de uimire, scăldat în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trăiesc doar pentru-a Te lăuda.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