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M-am depărtat de Mântuitorul ce m-a salvat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M-am depărtat de Mântuitorul ce m-a salvat.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Plângând Te caut, Sfinte Isuse, îndurerat.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Ridică-mă, Doamne Sfinte, din noaptea grea,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Întinde-Ţi mâna şi mă salvează din noaptea grea.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bezna nopţii nicio lumină eu nu găsesc,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răni în suflet şi în suspine eu pribegesc.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orbul ce îl conduce pe un alt orb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Paharul vieţii şi-amarul lumii cu greu eu sorb.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Trimite-mi, Doamne, o rază sfântă din cerul Tău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mângâiere şi călăuză pe drumul greu.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ochii să mi-i deschidă lumina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văd cărarea ce mă conduce spre ţara 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picătură din sângele Tău nevinovat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Acum să spele un suflet negru, plin de păcat.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Doamne, Te rog din suflet, ajută-mă,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chinul lumii şi din suspine, Tu scapă-mă.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Redă-mi, Isuse, dragostea sfântă ce-aveam întâi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Apoi cu mine pe veşnicie vreau să rămâi.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Puterea şi sufletul meu şi inima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vreau să fie pe veşnicie în slujba 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6/7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încheiere o rugă sfântă înalţ în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Spre jertfa sfântă de pe Golgota, înspre Isus.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Dă-mi Doamne, Sfinte Isuse, ceea ce-Ţi cer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pot să fiu eu, în veşnicie, cu Tine-n cer.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7/7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pe poporul care Te cheamă de pe Pământ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Ascultă-i ruga ce Ţi-o înalţă spre cerul sfânt.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Revarsă Tu bunătate din al Tău har,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Dă-i bucurie din veşnicie, dă-i viaţă-n dar.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