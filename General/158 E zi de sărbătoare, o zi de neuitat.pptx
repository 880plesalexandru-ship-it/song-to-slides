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zi de sărbătoare, o zi de neuitat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zi de sărbătoare, o zi de neuitat,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Isus, Sfântul Soare, din morţi a înviat.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zi de bucurie, răsună-n lung şi-n 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pentru veşnicie „Hristos a înviat!”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A-nviat, a-nviat,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A-nviat, a-nviat,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O, ce minunat, Hristos a înviat!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zori de dimineaţă, cu sufletul arzând,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zori de dimineaţă, cu sufletul arzând,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Aleargă plină de dor, Maria, la mormânt.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Văzând mormântul rece că-i gol s-a-nspăimântat,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îngerul îi zice: „Hristos a înviat!”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A-nviat, a-nviat,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A-nviat, a-nviat,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O, ce minunat, Hristos a înviat!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Uimiţi stau ucenicii, privind al Său mormânt,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Uimiţi stau ucenicii, privind al Său mormânt,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unde-i, unde-i Domnul se-ntreabă ei plângând.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îngerul le spune tot ce s-a întâmplat,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Spuneţi la toată lumea: „Hristos a înviat!”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A-nviat, a-nviat,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A-nviat, a-nviat,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O, ce minunat, Hristos a înviat!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Îşi cântă bucuria natura-ntreagă-n cor,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Îşi cântă bucuria natura-ntreagă-n 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râul şi câmpia şi păsările-n zbor.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viu, Marie! El ne-a eliberat,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ne-a dat mântuire: „Hristos a înviat!”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A-nviat, a-nviat,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A-nviat, a-nviat,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O, ce minunat, Hristos a înviat!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