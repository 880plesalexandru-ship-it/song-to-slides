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O, Doamne bun, ziua de mâine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O, Doamne bun, ziua de mâine,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 e a noastră, ci e a Ta.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Toți anii vieții ce au să vie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Îi dau, Stăpâne, în mâna Ta!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/: În mâinile Tale îmi pun viitorul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În mâinile Tale îmi pun viitorul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Căci știu, doar la Tine e dulce, sublim!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Dar vai de viața trăită departe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 Tine, o Doamne, devine un chin!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Și dacă azi mai sunt în casa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Și dacă azi mai sunt în casa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Unde-am găsit atâta Har,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Stăpâne Bun, e numai mâna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Ce-a fost străpunsă pe Calvar!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/: În mâinile Tale îmi pun viitorul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În mâinile Tale îmi pun viitorul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Căci știu, doar la Tine e dulce, sublim!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Dar vai de viața trăită departe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 Tine, o Doamne, devine un chin!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Nu poți clădi cu lemn si paie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 poți clădi cu lemn si paie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Un viitor mai luminos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Dar am rugat pe-un Meșter mare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 Domnul meu, Isus Hristos!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/: În mâinile Tale îmi pun viitorul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În mâinile Tale îmi pun viitorul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Căci știu, doar la Tine e dulce, sublim!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Dar vai de viața trăită departe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 Tine, o Doamne, devine un chin! :/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