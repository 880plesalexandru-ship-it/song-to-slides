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Dintre miile de şoapte, ce străbat a vieţii noapte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Dintre miile de şoapte, ce străbat a vieţii noapte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Dragul meu, mi-ai spus că-i greu s-alegi,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frământă o-întrebare: care este Calea oare?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Ce-ţi va da viaţa cea de veci?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Aşa cum eşti, Isus te cheamă azi,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Aşa cum eşti, Isus te cheamă azi,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laşi păcatul tău murdar,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rupi a lumii grele lanţuri care te-au legat,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Şi-n inimă simţi-vei sfântul har.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Ai gustat amarul lumii, făr’ s-asculţi de ce-au spus unii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gustat amarul lumii, făr’ s-asculţi de ce-au spus unii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care ziceai că-s rătăciţi,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văzut-ai tu pe urmă, ce ţi-au spus ei n-a fost glumă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 chemarea celor mântuiţi.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Aşa cum eşti, Isus te cheamă azi,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Aşa cum eşti, Isus te cheamă azi,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laşi păcatul tău murdar,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rupi a lumii grele lanţuri care te-au legat,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Şi-n inimă simţi-vei sfântul har.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Poate n-ai ştiut vreodată, că în ceruri ai un Tată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Poate n-ai ştiut vreodată, că în ceruri ai un Tată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te-a plătit cu sânge scump,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din robul celui rău, vrea să fii copilul Său,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Vino azi şi-mbracă, sfânt veşmânt.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Aşa cum eşti, Isus te cheamă azi,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Aşa cum eşti, Isus te cheamă azi,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laşi păcatul tău murdar,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rupi a lumii grele lanţuri care te-au legat,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Şi-n inimă simţi-vei sfântul har.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