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Suntem străini pe-acest Pământ, suntem pribegi în lumea-aceasta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străini pe-acest Pământ, suntem pribegi în lumea-aceasta,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Călătorim înspre Canaan,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Avem cu toţii o nădejde, şi ştim că vine ziua 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vom vedea dincolo de Iordan.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Ne vom vedea acolo sus pe nori de slavă,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vom vedea acolo sus pe nori de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Ne-om întâlni când trâmbiţa va răsuna,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vom vedea pe-acele plaiuri minunate,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paradis, în cerul sfânt ne vom vedea.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orice neam şi-orice popor, cu cei ce L-au slujit pe Domnul,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orice neam şi-orice popor, cu cei ce L-au slujit pe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fi atunci la marea sărbătoare,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de cerul înstelat, mai sus de galaxii şi astre,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vom vedea, cu Domnul în ziua mare.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Ne vom vedea acolo sus pe nori de slavă,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vom vedea acolo sus pe nori de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Ne-om întâlni când trâmbiţa va răsuna,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vom vedea pe-acele plaiuri minunate,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paradis, în cerul sfânt ne vom vedea.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vom petrece veşnicia, vom fi în ţara glorioasă,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vom petrece veşnicia, vom fi în ţara glorioasă,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Isus, ce ne-a răscumpărat,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ne-a promis că ne va duce în locul pregătit de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fim pe veci cu Domnul Preaînalt.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Ne vom vedea acolo sus pe nori de slavă,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vom vedea acolo sus pe nori de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Ne-om întâlni când trâmbiţa va răsuna,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vom vedea pe-acele plaiuri minunate,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paradis, în cerul sfânt ne vom vedea.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