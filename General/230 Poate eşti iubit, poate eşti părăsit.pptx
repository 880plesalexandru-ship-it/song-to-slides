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Poate eşti iubit, poate eşti părăsit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Poate eşti iubit, poate eşti părăsit,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Poate ai de toate, poate eşti lipsit.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Orişicine-ai fi, oricare-ar fi starea ta,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din ceruri iubeşte fiinţa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mult ca orice Dumnezeu iubeşte omul,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ca orice Dumnezeu iubeşte omul,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nimeni n-a murit Isus, doar pentru om.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dragostea Lui te-a cuprins chiar şi pe tine.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ca orice Dumnezeu te iubeşte.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Calea către cer, către Dumnezeu,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Calea către cer, către Dumnezeu,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 Isus Hristos, unicul Fiu al Său.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Astăzi poţi s-alegi, să te hotărăşti,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primeşti prin har mântuirea-n dar.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mult ca orice Dumnezeu iubeşte omul,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ca orice Dumnezeu iubeşte omul,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nimeni n-a murit Isus, doar pentru om.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dragostea Lui te-a cuprins chiar şi pe tine.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mult ca orice Dumnezeu te iubeşte.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