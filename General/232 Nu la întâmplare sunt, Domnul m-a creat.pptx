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la întâmplare sunt, Domnul m-a creat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Nu la întâmplare sunt, Domnul m-a creat.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 /„Eu sunt cu voi ’n-orice zi” /x3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 /„Eu sunt cu voi ’n-orice zi”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 spus Isus Hristos.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Vina mi-a iertat-o El, greu mă apăsa.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Vina mi-a iertat-o El, greu mă apăsa.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 /„Eu sunt cu voi ’n-orice zi” /x3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 /„Eu sunt cu voi ’n-orice zi”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 spus Isus Hristos.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Nici puterea lumii-ntregi nu-mi dă-acest sprijin.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Nici puterea lumii-ntregi nu-mi dă-acest sprijin.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 /„Eu sunt cu voi ’n-orice zi” /x3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 /„Eu sunt cu voi ’n-orice zi”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 spus Isus Hristos.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Singur, trist şi părăsit nu vreau să mai fiu. :/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Singur, trist şi părăsit nu vreau să mai fiu.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 /„Eu sunt cu voi ’n-orice zi” /x3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 /„Eu sunt cu voi ’n-orice zi”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 spus Isus Hristos.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De aceea cânt voios ca să ştie toţi. :/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De aceea cânt voios ca să ştie toţi.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 /„Eu sunt cu voi ’n-orice zi” /x3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 /„Eu sunt cu voi ’n-orice zi”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 spus Isus Hristos.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