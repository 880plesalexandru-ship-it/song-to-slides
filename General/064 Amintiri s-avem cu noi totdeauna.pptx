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Amintiri s-avem cu noi totdeauna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Amintiri s-avem cu noi totdeauna,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Amintirea e clipa trăită-n prezent,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Amintiri s-avem cu noi de iubire,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Amintiri, amintiri să avem permanent.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Nu te teme, ci fii credincios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Nu te teme, ci fii credincios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Căci cu tine e Isus Hristos.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Aminteşte-ţi tot ce-ai fost în iubire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te-întoarce iar acum dragul meu!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Ai răbdat, ai strâns în piept suferinţa,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Ai răbdat, ai strâns în piept suferinţa,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Până ieri ai iubit, să iubeşti nu-i de-ajuns,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te chem să vii la Isus cu credinţă,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Aminteşte-ţi mereu cât de mult tu ai plâns.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Nu te teme, ci fii credincios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Nu te teme, ci fii credincios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Căci cu tine e Isus Hristos.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Aminteşte-ţi tot ce-ai fost în iubire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te-întoarce iar acum dragul meu!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N-ai lăsat în piept un loc de mai bine,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N-ai lăsat în piept un loc de mai bine,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te-încrezi în tine şi acum fără rost,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Aminteşte-ţi tot ce-ai fost în iubire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te uită ce eşti şi ce ieri tu ai fost.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Nu te teme, ci fii credincios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Nu te teme, ci fii credincios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Căci cu tine e Isus Hristos.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Aminteşte-ţi tot ce-ai fost în iubire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te-întoarce iar acum dragul meu!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