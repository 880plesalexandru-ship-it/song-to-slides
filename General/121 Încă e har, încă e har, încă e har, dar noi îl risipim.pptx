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Încă e har, încă e har, încă e har, dar noi îl risipim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Încă e har, încă e har, încă e har, dar noi îl risipim.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Încă în dar, încă în dar e mântuirea ce noi o primim.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Doamne o sfântă-nţelepciune să îmi dai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Doamne o sfântă-nţelepciune să îmi dai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pot alege bine calea către rai.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Multe cărări se pot găsi,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Călăuzeşte-mă că pot greşi!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Eşti invitat şi eşti rugat, cu viaţa ta, te rog, nu te juca!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invitat şi eşti rugat, cu viaţa ta, te rog, nu te juca!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E-adevărat ce am aflat, se poate, harul tău va fi luat.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Mă înfior la gândul de a fi pierdut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 înfior la gândul de a fi pierdut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că pe lângă mântuire ai trecut.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Fii înţelept, asta aştept,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Pune-ţi piciorul pe drumul cel drept!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eşti stăpân, nu eşti stăpân pe viaţa ta ce-n larg o risipeşti.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eşti stăpân, nu eşti stăpân pe viaţa ta ce-n larg o risipeşti.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un Stăpân ce în curând va judeca viaţa ce-o trăieşti.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da tu raiul pentru viaţa de aici!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da tu raiul pentru viaţa de aici!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ce spre cer tu ochii nu vrei să-i ridici?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Cât vei voi nu poţi opri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judecăţii zi ce va veni.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