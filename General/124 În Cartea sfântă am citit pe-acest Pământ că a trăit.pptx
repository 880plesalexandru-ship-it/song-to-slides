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În Cartea sfântă am citit pe-acest Pământ că a trăit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Cartea sfântă am citit pe-acest Pământ că a trăit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om care făcea minuni şi numai bine-întregii lumi.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Mulţimea Îl înconjura, El cu blândeţe le vorbea,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Vestind mereu Cuvântul sfânt de-o patrie cum alta nu-i.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Era un om cum alţii nu-s, era un om din cer de sus,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Era un om cum alţii nu-s, era un om din cer de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Era Isus, era Isus, era un om c-o-nfăţişare de nespus.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oamenii la El veneau, pacea în suflet o primeau,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Plini de credinţă pe Isus ei Îl urmau.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Isus chema pe cei trudiţi, pe cei bolnavi şi osteniţi,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 chema pe cei trudiţi, pe cei bolnavi şi osteniţi,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trup El boala alunga şi-n suflet pacea revărsa.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Iar pentru cei ce L-au urât la Tatăl El a mijlocit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Să-i ierte de al lor păcat, să-i ierte căci nu ştiu ce fac.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Era un om cum alţii nu-s, era un om din cer de sus,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Era un om cum alţii nu-s, era un om din cer de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Era Isus, era Isus, era un om c-o-nfăţişare de nespus.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oamenii la El veneau, pacea în suflet o primeau,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Plini de credinţă pe Isus ei Îl urmau.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Şi azi Isus e ca-n trecut, lucrează poate chiar mai mult,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azi Isus e ca-n trecut, lucrează poate chiar mai mult,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Minuni vedem în orice ceas, când El veghează-al vieţii pas.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nu mai e jos pe Pământ ci-n dreapta Tatălui cel Sfânt,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S-a înălţat şi ne-a promis c-om fi cu El în paradis.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Era un om cum alţii nu-s, era un om din cer de sus,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Era un om cum alţii nu-s, era un om din cer de 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Era Isus, era Isus, era un om c-o-nfăţişare de nespus.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oamenii la El veneau, pacea în suflet o primeau,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Plini de credinţă pe Isus ei Îl urmau.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