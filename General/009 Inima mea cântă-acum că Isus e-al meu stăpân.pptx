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Inima mea cântă-acum că Isus e-al meu stăpân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mea cântă-acum că Isus e-al meu stăpân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Bucurie, pace-mi dă şi e viaţă veşnică.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Cerul şi marea să-L laude pe El,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Cerul şi marea să-L laude pe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Toată suflarea, Pământul întreg.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atât de minunat să fii binecuvântat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atât de minunat să fii binecuvântat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Cu-a Lui binecuvântări ce inundă ţări şi mări.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Cerul şi marea să-L laude pe El,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Cerul şi marea să-L laude pe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Toată suflarea, Pământul întreg.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Pot să spun că-s fericit, pe Isus L-am regăsit.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Pot să spun că-s fericit, pe Isus L-am regăsit.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inimă azi eu cred că-n curând eu am să-L văd.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Cerul şi marea să-L laude pe El,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Cerul şi marea să-L laude pe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Toată suflarea, Pământul întreg.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