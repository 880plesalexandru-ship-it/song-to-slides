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Aceasta mi-e dorinţa, să Te-onorez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Aceasta mi-e dorinţa, să Te-onorez,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Cu-ntreaga mea fiinţă să Te slăvesc,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tot ce e în mine Te preamăresc,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tot ce am, Isuse, Îţi dăruiesc.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Doamne-Ţi dau inima şi-Ţi dau sufletul,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Doamne-Ţi dau inima şi-Ţi dau sufletul,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Pentru Tine eu trăiesc,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Chiar suflarea ce-o am, Ţie azi Ţi-o dăruiesc,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Fă-n mine voia Ta.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