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Dacă vei vrea să primeşti cununa ta din veşnicii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vei vrea să primeşti cununa ta din veşnicii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Caută-L pe Dumnezeu, fiul Său de azi vei fi.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din cer a venit, pe Golgota El S-a jertfit,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Orice păcat ţi-a spălat ca să fii tu mântuit.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Aur, argint şi palate nu te-or scăpa de la moarte,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Aur, argint şi palate nu te-or scăpa de la moarte,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Timpu-i aproape trecut, cu viaţa ta ce-ai făcut?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tine ce-o să rămână? Eşti doar un pumn de ţărână,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Sufletul e tot ce ai, oare cui vrei să-l predai?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Sângele care a curs din trupul lui Isus Hristos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Sângele care a curs din trupul lui Isus Hristos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starea ta de păcat, iată că astăzi te-a scos.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Mâinile cu semnele piroanelor ce le-au străpuns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Binecuvântă-le azi, iată la tine-au ajuns.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Aur, argint şi palate nu te-or scăpa de la moarte,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Aur, argint şi palate nu te-or scăpa de la moarte,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Timpu-i aproape trecut, cu viaţa ta ce-ai făcut?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tine ce-o să rămână? Eşti doar un pumn de ţărână,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Sufletul e tot ce ai, oare cui vrei să-l predai?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Dacă vrei să moşteneşti palatul sfânt cum altul nu-i,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vrei să moşteneşti palatul sfânt cum altul nu-i,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Plecându-te pe genunchi, te roagă azi Domnului.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Îngerii-n cer vor cânta că azi lui Isus te-ai predat.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Iată, Satan e învins. Doamne, fii glorificat!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Aur, argint şi palate nu te-or scăpa de la moarte,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Aur, argint şi palate nu te-or scăpa de la moarte,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Timpu-i aproape trecut, cu viaţa ta ce-ai făcut?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tine ce-o să rămână? Eşti doar un pumn de ţărână,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Sufletul e tot ce ai, oare cui vrei să-l predai?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