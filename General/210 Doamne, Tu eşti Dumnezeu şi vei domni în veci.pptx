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Doamne, Tu eşti Dumnezeu şi vei domni în veci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Tu eşti Dumnezeu şi vei domni în veci,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Întreg Pământul este plin de slava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Mereu veghezi să-mplineşti Cuvântul Tău cel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dragoste ne conduci pe-al vieţii drum.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Să fii înălţat, să fii înălţat,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Să fii înălţat, să fii înălţat,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Domn al dragostei, Împărat.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Doamne, Tu eşti Dumnezeu şi vei domni în veci,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Doamne, Tu eşti Dumnezeu şi vei domni în veci,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Întreg Pământul este plin de slava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Eşti Creator desăvârşit, dreptatea Ta vedem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Cum se-mplineşte zi de zi în ce-ai promis.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/: Să fii înălţat, să fii înălţat,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Să fii înălţat, să fii înălţat,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   Domn al dragostei, Împărat.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