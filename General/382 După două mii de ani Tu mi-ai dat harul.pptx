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După două mii de ani Tu mi-ai dat harul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După două mii de ani Tu mi-ai dat harul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Te văd crucificat în locul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Să-nţeleg că pentru mine-a fost Calvarul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să vin să-ţi mulţumesc o, Domnul meu.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/:Dacă norii încercărilor şi teama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/:Dacă norii încercărilor şi teama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vor aduna vreodată-n jurul meu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Doamne-ajută-mă să spun întotdeauna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Domnul meu şi Dumnezeul meu.:/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După două mii de ani Tu mi-ai dat harul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După două mii de ani Tu mi-ai dat harul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spun tuturor de harul Tău bogat,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mă bucur de-nălţarea Ta în slavă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Ca-mpărat şi Domn în veci glorificat.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/:Dacă norii încercărilor şi teama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/:Dacă norii încercărilor şi teama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vor aduna vreodată-n jurul meu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Doamne-ajută-mă să spun întotdeauna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Domnul meu şi Dumnezeul meu.:/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După două mii de ani Tu mi-ai dat harul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După două mii de ani Tu mi-ai dat harul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 mă-ncrede pe deplin în braţul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 primi cu drag în inimă Cuvântul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de-a fi de-acum, pe veci, copilul Tău.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/:Dacă norii încercărilor şi teama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/:Dacă norii încercărilor şi teama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vor aduna vreodată-n jurul meu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Doamne-ajută-mă să spun întotdeauna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Domnul meu şi Dumnezeul meu.:/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