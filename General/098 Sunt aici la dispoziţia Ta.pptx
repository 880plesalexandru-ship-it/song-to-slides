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Sunt aici la dispoziţia 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Ogoarele sunt gata de recoltă, dar lucrătorii sunt aşa puţini,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 dăruiesc, o, Doamne-n întregime ca să culeg recolta dintre spini.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Sunt aici la dispoziţia Ta,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aici la dispoziţia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Cheamă-mă, Te voi asculta.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 timpul potrivit pentru popoare, mai sunt în lume încă mari comori,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timpul potrivit pentru popoare, mai sunt în lume încă mari comori,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mai cheamă oameni în lucrare să fie toţi cu El biruitori.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Sunt aici la dispoziţia Ta,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aici la dispoziţia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Cheamă-mă, Te voi asculta.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Suntem noi sare pentru lumea aceasta? În întuneric suntem noi lumini?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Suntem noi sare pentru lumea aceasta? În întuneric suntem noi lumini?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Trăim ca Domnu-n vorbă şi în faptă să ştie lumea că suntem creştini?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Sunt aici la dispoziţia Ta,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aici la dispoziţia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Cheamă-mă, Te voi asculta.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