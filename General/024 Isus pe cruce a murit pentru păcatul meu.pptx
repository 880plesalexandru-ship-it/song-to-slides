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Isus pe cruce a murit pentru păcatul meu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pe cruce a murit pentru păcatul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Păcatul lumii a plătit, deci şi păcatul meu.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 murit fără păcat, răbdând pân’ la sfârşit,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Barbar cu El noi ne-am purtat, dar Isus ne-a iubit.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noaptea neagră de păcat te cheamă azi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Lui n-o refuza! /: El vrea salvarea 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