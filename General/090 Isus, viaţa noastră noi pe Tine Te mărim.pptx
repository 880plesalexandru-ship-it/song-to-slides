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Isus, viaţa noastră noi pe Tine Te mărim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Isus, viaţa noastră noi pe Tine Te mărim,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prin jertfirea Ta pe cruce noi voioşi trăim.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Ne-ai dat în dar iertarea pentru vina ce-o purtam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De-aceea Îţi cântăm „Aleluia!”.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 Glorie, glorie, Aleluia! /x3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 Glorie, glorie, Aleluia!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Părintelui ceresc.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Din clipa când în viaţa noastră pacea a intrat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clipa când în viaţa noastră pacea a intrat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Cântăm întruna Mielului ce ne-a răscumpărat.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 Lui să fie slava ce în veci va triumfa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Acum şi pururea, Aleluia!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 Glorie, glorie, Aleluia! /x3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 Glorie, glorie, Aleluia!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Părintelui ceresc.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Isuse, când din nou în lume Te vei arăta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Isuse, când din nou în lume Te vei arăta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Acei ce-au biruit prin jertfa Ta s-or bucura.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Înconjuraţi de strălucire noi Îţi vom cânta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slavă Îţi vom da, Aleluia!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 Glorie, glorie, Aleluia! /x3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 Glorie, glorie, Aleluia! /x3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Părintelui ceresc.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