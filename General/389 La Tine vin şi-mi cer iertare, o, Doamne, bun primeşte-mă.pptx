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La Tine vin şi-mi cer iertare, o, Doamne, bun primeşte-mă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Tine vin şi-mi cer iertare, o, Doamne, bun primeşte-mă!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bunătatea Ta cea mare, aşa cum sunt, primeşte-mă!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Căci mă-ntorc şi-n genunchi milă-Ţi cer, Domnul meu;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mă-ntorc şi-n genunchi milă-Ţi cer, Domnul meu;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Mă-ntorc şi-aş dori să mă ştiu fiul Tău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 întorc ca să-mi dai din al vieţii izvor;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 întorc, căci de Tine mi-e dor…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Eu ştiu că Tu nu-mi ţii în seamă trecutul meu cel păcătos,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ştiu că Tu nu-mi ţii în seamă trecutul meu cel păcătos,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porunceşti ca să am teamă şi să trăiesc de-acum frumos.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Căci mă-ntorc şi-n genunchi milă-Ţi cer, Domnul meu;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mă-ntorc şi-n genunchi milă-Ţi cer, Domnul meu;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Mă-ntorc şi-aş dori să mă ştiu fiul Tău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 întorc ca să-mi dai din al vieţii izvor;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 întorc, căci de Tine mi-e dor…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Cândva, Tu m-ai chemat la Tine, dar eu n-am vrut să Te ascult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Cândva, Tu m-ai chemat la Tine, dar eu n-am vrut să Te ascult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De-atunci, sunt ani şi mi-e ruşine c-am amânat atât de mult.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Căci mă-ntorc şi-n genunchi milă-Ţi cer, Domnul meu;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mă-ntorc şi-n genunchi milă-Ţi cer, Domnul meu;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Mă-ntorc şi-aş dori să mă ştiu fiul Tău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 întorc ca să-mi dai din al vieţii izvor;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 întorc, căci de Tine mi-e dor…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dac-adesea-s trist pe cale şi merg pe-un drum anevoios,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dac-adesea-s trist pe cale şi merg pe-un drum anevoios,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jertfa îndurării Tale tu mă-ntăreşti şi-s bucuros.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Minunat! Minunat eşti Isus, Domnul meu!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Minunat! Minunat eşti Isus, Domnul meu!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Minunat! Minunat, să mă ştiu fiul Tău!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Minunat e când beau din al vieţii izvor!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Minunat eşti al meu Salvator!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Lăudat! Lăudat să fii veşnic, Isus!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Lăudat! Lăudat, pe pământ şi-n cer sus!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Lăudat să fii, Doamne, căci m-ai mântuit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în cer locul mi-ai pregătit.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