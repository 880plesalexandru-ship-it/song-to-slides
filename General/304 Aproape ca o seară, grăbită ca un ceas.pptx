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Aproape ca o seară, grăbită ca un ceas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Aproape ca o seară, grăbită ca un ceas,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Cumplită ca o fiară, ţi-e moartea la un pas.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Subţire ca o aţă, uşoară ca un nor,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Se scurge a ta viaţă, sărmane călător. :/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stai şi te-ngrozeşte de tot ce ai în drum,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noapte te pândeşte, de dincolo de-acum.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Trezeşte-te şi-L cere, pe Domnu-n ajutor,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Cu ultima-ţi putere, sărmane călător. :/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Doar jertfa crucii Sale, doar scumpul sânge-al Său,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E-un preţ iertării tale şi sufletului tău.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Primeşte-L şi-L urmează, cu-întregul vieţii dor,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Căci ziua ta-înserează, sărmane călător.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