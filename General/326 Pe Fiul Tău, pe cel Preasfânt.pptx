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Fiul Tău, pe cel Preasfânt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Fiul Tău, pe cel Preasfânt,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L-ai trimis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poarte-al lumii greu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Mielul ’junghiat.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Miel ceresc, blând Miel ceresc,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blând Miel ceresc,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tot adâncul Te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spală-n scumpul sânge-al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o,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dar ne-ai dat iubirea 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dar ne-ai dat iubirea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Te-am jertfit pe-o cruce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rege fals Te-am socotit,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Tine, Miel din cer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Miel ceresc, blând Miel ceresc,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blând Miel ceresc,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tot adâncul Te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spală-n scumpul sânge-al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o,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Eram pierdut în chin şi iad,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Eram pierdut în chin şi iad,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m-ai găsit şi m-ai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sunt un miel în braţul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Tu-mi eşti Păstor şi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Miel ceresc, blând Miel ceresc,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blând Miel ceresc,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tot adâncul Te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spală-n scumpul sânge-al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Miel ceresc, o,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