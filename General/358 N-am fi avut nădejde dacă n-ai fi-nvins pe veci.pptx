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N-am fi avut nădejde dacă n-ai fi-nvins pe veci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fi avut nădejde dacă n-ai fi-nvins pe veci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Durerea și păcatul și puterea morții reci.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Cunoaștem azi izbânda, căci vrăjmașul e înfrânt,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dat eliberarea câștigată-n sânge sfânt.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Lăudat fii în veci, Isus iubit,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 fii în veci, Isus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moartea-ai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mormânt Te-ai înălțat triumfător!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Bezna morții-ai destrămat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speranța ne-ai redat,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lăudăm că-n veci ești viu cu-adevărat!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N-am fi avut nădejde, bucuria-ar fi un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fi avut nădejde, bucuria-ar fi un mit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De-ai fi purtat doar crucea, rămânând un răstignit.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speranțele-omenirii și-orice vis ar fi apus,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din mormântul rece n-ai fi înviat,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Lăudat fii în veci, Isus iubit,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 fii în veci, Isus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moartea-ai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mormânt Te-ai înălțat triumfător!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Bezna morții-ai destrămat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speranța ne-ai redat,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lăudăm că-n veci ești viu cu-adevărat!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Da, azi avem nădejde, biruința este-a Ta!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azi avem nădejde, biruința este-a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cu cei ce cred în Tine, într-o zi vom învia!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suntem robi ai fricii, fiindcă moartea-ai răpus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în veci Stăpân pe toate tu vei fi, slăvit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Lăudat fii în veci, Isus iubit,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 fii în veci, Isus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moartea-ai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mormânt Te-ai înălțat triumfător!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Bezna morții-ai destrămat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speranța ne-ai redat,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lăudăm că-n veci ești viu cu-adevărat!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