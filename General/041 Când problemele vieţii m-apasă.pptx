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Când problemele vieţii m-apasă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problemele vieţii m-apasă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când sufletul mi-e obosit,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suspin după pacea Ta sfântă,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Vino, Doamne, în inima mea!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Scump Isus</a:t>
            </a:r>
            <a:r>
              <a:rPr b="0" i="0"/>
              <a:t>, </a:t>
            </a:r>
            <a:r>
              <a:rPr b="1" i="0"/>
              <a:t>scump Isus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Scump Isus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scump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</a:t>
            </a:r>
            <a:r>
              <a:rPr sz="4800">
                <a:solidFill>
                  <a:srgbClr val="FFFFFF"/>
                </a:solidFill>
                <a:latin typeface="Calibri"/>
              </a:rPr>
              <a:t>Fii aproape de mine mereu!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Zi de zi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zi de zi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Ceas cu ceas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ceas cu ceas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</a:t>
            </a:r>
            <a:r>
              <a:rPr sz="4800">
                <a:solidFill>
                  <a:srgbClr val="FFFFFF"/>
                </a:solidFill>
                <a:latin typeface="Calibri"/>
              </a:rPr>
              <a:t>Luminează viaţa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Te chem, Doamne, în rugăciune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Te chem, Doamne, în rugăciune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 aminte la strigătul meu!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apleacă-Ţi urechea spre mine,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în Tine mă-ncred, Domnul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Scump Isus</a:t>
            </a:r>
            <a:r>
              <a:rPr b="0" i="0"/>
              <a:t>, </a:t>
            </a:r>
            <a:r>
              <a:rPr b="1" i="0"/>
              <a:t>scump Isus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Scump Isus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scump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</a:t>
            </a:r>
            <a:r>
              <a:rPr sz="4800">
                <a:solidFill>
                  <a:srgbClr val="FFFFFF"/>
                </a:solidFill>
                <a:latin typeface="Calibri"/>
              </a:rPr>
              <a:t>Fii aproape de mine mereu!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Zi de zi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zi de zi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Ceas cu ceas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ceas cu ceas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</a:t>
            </a:r>
            <a:r>
              <a:rPr sz="4800">
                <a:solidFill>
                  <a:srgbClr val="FFFFFF"/>
                </a:solidFill>
                <a:latin typeface="Calibri"/>
              </a:rPr>
              <a:t>Luminează viaţa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Ştiu că eu mai greşesc câteodată,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Ştiu că eu mai greşesc câteodată,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Ştiu că nu sunt aşa cum doreşti.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rog, Doamne, sfinţeşte-mi viaţa,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Credincios Ţie vreau să-Ţi slujesc.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Scump Isus</a:t>
            </a:r>
            <a:r>
              <a:rPr b="0" i="0"/>
              <a:t>, </a:t>
            </a:r>
            <a:r>
              <a:rPr b="1" i="0"/>
              <a:t>scump Isus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Scump Isus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scump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</a:t>
            </a:r>
            <a:r>
              <a:rPr sz="4800">
                <a:solidFill>
                  <a:srgbClr val="FFFFFF"/>
                </a:solidFill>
                <a:latin typeface="Calibri"/>
              </a:rPr>
              <a:t>Fii aproape de mine mereu!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Zi de zi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zi de zi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Ceas cu ceas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ceas cu ceas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</a:t>
            </a:r>
            <a:r>
              <a:rPr sz="4800">
                <a:solidFill>
                  <a:srgbClr val="FFFFFF"/>
                </a:solidFill>
                <a:latin typeface="Calibri"/>
              </a:rPr>
              <a:t>Luminează viaţa mea!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