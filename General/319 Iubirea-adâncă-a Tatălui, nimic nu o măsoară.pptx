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Iubirea-adâncă-a Tatălui, nimic nu o măsoară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Iubirea-adâncă-a Tatălui, nimic nu o măsoară,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Ce-avea mai scump El dărui, făcând din noi comoară.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Durere de ne-nchipuit, căci Tatăl Şi-a-ntors faţa,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Cel Ales L-a părăsit, iar nouă ne-a dat viaţa.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 Fiul răstignit privesc, păcatu-mi cum Îl frânge,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rând cu cei ce Îl hulesc şi vocea mea-L străpunge.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cruce eu Te-am ţintuit, dar când Ţi-ai dat suflarea,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Al nopţii chin s-a risipit şi mi-ai adus iertarea.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ce-aş putea să mă mândresc, căci daruri n-am, nici fapte?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învierea-I mă fălesc, cu salvatoarea-I moarte.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O, nu-s de-ajuns spre-a-Ţi mulţumi, nici cânt, nici osanale,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Hristos cu viaţa Sa plăti, a mea răscumpărare!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