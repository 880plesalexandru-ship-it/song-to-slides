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Eram pierdut, eram căzut, eram trist și apăsat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Eram pierdut, eram căzut, eram trist și apăsat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Trăiam o viață de suspin, trăiam o viață în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Timpul și-averea le cheltuiam pe lucruri fără de folos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într-o zi m-am întâlnit cu Isus Hristos!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Viața mea s-a schimbat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mea s-a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Isus m-a eliberat,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Golgota am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Hristos iertarea Sa mi-a dăruit!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Credința ce-o aveam în inimă era doar o teorie,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Credința ce-o aveam în inimă era doar o teorie,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ce gândeam și ce vorbeam eram pierdut pentru vecie,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Frica și groaza m-au cuprins eram speriat, căzut jos,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într-o zi m-am întâlnit cu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Viața mea s-a schimbat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mea s-a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Isus m-a eliberat,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Golgota am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Hristos iertarea Sa mi-a dăruit!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Viața mea a fost schimbată de Cuvântul Domnului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mea a fost schimbată de Cuvântul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mea a fost transformată, astăzi sunt copilul Lui!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speranță, sunt fericit, e-atât de frumos,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Într-o zi m-am întâlnit cu Isus Hristos! </a:t>
            </a:r>
            <a:r>
              <a:rPr b="1" sz="4800">
                <a:solidFill>
                  <a:srgbClr val="FFFFFF"/>
                </a:solidFill>
                <a:latin typeface="Calibri"/>
              </a:rPr>
              <a:t>362.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Învață-ne, de dragul Tău, Isus, să ne jertfim,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Nu-n vorbe, ci cu fapta și-adevărul să iubim.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Râniți când suntem, cu răbdare să știm să suferim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ni-e greu, de dragul Tău, Isus, să nu cârtim.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Viața mea s-a schimbat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Viața mea s-a schimbat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Isus m-a eliberat,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Golgota am venit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Hristos iertarea Sa mi-a dăruit!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Învață-ne, de dragul Tău, smeriți și blânzi să fim,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Învață-ne, de dragul Tău, smeriți și blânzi să fim,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cu-al smereniei gând în noi pe toți să-i prețuim.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alții mai presus de noi să știm să îi privim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și-nvaţă-ne, de dragul Tău, smeriți să îi slujim.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Învață-ne, în Trupul Tău, unitatea s-o păstrăm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Învață-ne, în Trupul Tău, unitatea s-o păstrăm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și-nvaţă-ne, de dragul Tău, să nu ne mai certăm.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Învață-ne blândețea Ta-n privire s-o purtăm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Și-nvaţă-ne, de dragul Tău, din suflet să iertăm.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Învață-ne în orice zi sfințenia s-o căutăm,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Învață-ne în orice zi sfințenia s-o căutăm,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buze și în inimă-adevărul să-l păstrăm.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cei căzuți, cu dragoste și har să-i ridicăm,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când ne-nveţi și ne vorbești, cu drag să Te-ascultăm.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Învață-ne, de dragul Tău, în unitate să trăim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Învață-ne, de dragul Tău, în unitate să trăim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unul pentru celălalt în rugi să mijlocim.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inimă, cu dragoste și făr’ păreri de rău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dăruim, și tot ce facem să fie de dragul Tău.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