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Bătrânii care-aici mai sunt şi cei care-au murit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Bătrânii care-aici mai sunt şi cei care-au murit,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veneau la rugăciune de-un foc erau cuprinşi.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sau pe podele îşi plecau genunchii 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din ochi izvor de lacrimi brăzda feţele 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Dar noi unde ne găsim, credinţa cum o trăim?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noi unde ne găsim, credinţa cum o trăim?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      	Nu cumva avem doar forma primilor creştini.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     	Nu cumva avem doar forma primilor creştini.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Dar noi unde ne găsim, credinţa cum o trăim?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noi unde ne găsim, credinţa cum o trăim?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 fior trecea prin inimi când numele lui Isus,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fior trecea prin inimi când numele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rostit în adunare şi înălţat nespus.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Sfânt era în slujbă, schimba inimi pe loc,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Lacrimi pline de speranţă curgeau din ai lor ochi.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Dar noi unde ne găsim, credinţa cum o trăim?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noi unde ne găsim, credinţa cum o trăim?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Pace-adâncă ca din cer venea când pe Pământ,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Pace-adâncă ca din cer venea când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Imnuri sfinte se cântau spre slava Celui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„Amin” şi-„Aleluia” răsuna-n popor,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credeai că vin şi îngeri să cânte în cor.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Dar noi unde ne găsim, credinţa cum o trăim?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noi unde ne găsim, credinţa cum o trăim?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Deseori când se-ntâlneau sau la despărţire,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Deseori când se-ntâlneau sau la despărţire,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Zâmbetu-mpletit cu lacrimi era a lor iubire.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Bucuroşi se cuprindeau toţi erau la fel,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Singurul ’nălţat în inimi era sfântul Miel.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Creştini, veniţi să ne silim, cu paşi grăbiţi să păşim,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Creştini, veniţi să ne silim, cu paşi grăbiţi să păşim,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credinţa ce-a fost dată primilor creştini.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