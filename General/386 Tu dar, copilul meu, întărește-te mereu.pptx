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dar, copilul meu, întărește-te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„Tu dar, copilul meu, întărește-te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un ostaș viteaz, devotat lui Dumnezeu!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Îndreaptă-ți către cer totdeauna pașii tăi,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Fii-n slujbă plin de zel, veghează, Timotei!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Luptă-te lupta cea bună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care ai fost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vrednic de Cunună,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păstrează-te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Alexandru-s mulți și ca Dima-n adunări,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Alexandru-s mulți și ca Dima-n adunări,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tineri și adulți, apucând alte cărări,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tu, copilul meu, fii lumină printre 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treaz, fii înțelept, veghează, Timotei!”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Luptă-te lupta cea bună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care ai fost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vrednic de Cunună,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păstrează-te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Așa îl învăța un apostol credincios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Așa îl învăța un apostol credincios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Pavel se numea, rob urmaș al lui Hristos!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„Apleacă-ți inima către tot ce ai învățat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Evanghelia vestește-o ne-ncetat!”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Luptă-te lupta cea bună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care ai fost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vrednic de Cunună,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păstrează-te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 gata-n orice ceas, că sunt vremuri de sfârșit,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gata-n orice ceas, că sunt vremuri de sfârșit,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 timpul ce-a rămas să fii, frate, pregătit!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fi părtaș nicicând la lucrarea celor 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Ci-n cuget și în gând fii treaz ca Timotei!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Luptă-te lupta cea bună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care ai fost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vrednic de Cunună,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Luptă-te lupta cea bună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păstrează-te curat!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