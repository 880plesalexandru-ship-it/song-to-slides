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Cin’ mă va despărţi de Tine, dulce Mire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Cin’ mă va despărţi de Tine, dulce Mire,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ştiu că am un loc, un loc sus în mărire?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Nici foame, nici sete, nici moarte de-ar fi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Nici foame, nici sete, nici moarte de-ar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Nimic de Tine, Doamne, nu m-ar despărţi.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De-aş fi în strâmtorare şi-n chinuri de-aş cădea,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De-aş fi în strâmtorare şi-n chinuri de-aş cădea,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nici atuncea, Doamne, de Tin’ nu m-aş lăsa.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Nici foame, nici sete, nici moarte de-ar fi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Nici foame, nici sete, nici moarte de-ar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Nimic de Tine, Doamne, nu m-ar despărţi.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pot să uit, Isuse, cum nici Tu n-ai uitat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pot să uit, Isuse, cum nici Tu n-ai uitat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întotdeauna atunci când Te-am chemat.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Nici foame, nici sete, nici moarte de-ar fi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Nici foame, nici sete, nici moarte de-ar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Nimic de Tine, Doamne, nu m-ar despărţi.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Mă-ntreb putea-voi oare să uit iubirea Ta,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Mă-ntreb putea-voi oare să uit iubirea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ştiu că-atât de mult iubit-ai fiinţa mea?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Nici foame, nici sete, nici moarte de-ar fi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Nici foame, nici sete, nici moarte de-ar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Nimic de Tine, Doamne, nu m-ar despărţi.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 rog să-mi dai putere de Tin’ să fiu legat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rog să-mi dai putere de Tin’ să fiu legat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legătura care va ţine până-n veac.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Nici foame, nici sete, nici moarte de-ar fi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Nici foame, nici sete, nici moarte de-ar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Nimic de Tine, Doamne, nu m-ar despărţi.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