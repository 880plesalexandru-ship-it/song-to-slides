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Ce fericire, El m-a salvat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fericire, El m-a salvat!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bezna morţii El m-a scăpat.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fericire, sunt mântuit!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fi cu El în infinit.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Glorie eternă noi Îţi cântăm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 eternă noi Îţi cântăm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 de veci noi Te lăudăm.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 Isuse, să fii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pentru mine ai fost jertfit.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Soarele, luna ce le-ai creat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Soarele, luna ce le-ai creat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Slăvesc pe măreţul Împărat,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Îngerii în cer Îl preamăresc,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Laudă pe Fiul Dumnezeiesc.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Glorie eternă noi Îţi cântăm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 eternă noi Îţi cântăm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 de veci noi Te lăudăm.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 Isuse, să fii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pentru mine ai fost jertfit.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Întreaga fire Te laudă,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Întreaga fire Te laudă,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Venirea-Ţi, Doamne, o aşteaptă,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nori cu slavă vei apărea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lângă Tine în veci vom 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Glorie eternă noi Îţi cântăm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 eternă noi Îţi cântăm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 de veci noi Te lăudăm.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 Isuse, să fii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pentru mine ai fost jertfit.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Un mântuit da, şi tu poţi fi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mântuit da, şi tu poţi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casă-n ceruri tu ai primi.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la Isus, nu-i prea târziu,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fericiţi sus veţi dăinui.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Glorie eternă noi Îţi cântăm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 eternă noi Îţi cântăm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 de veci noi Te lăudăm.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 Isuse, să fii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pentru mine ai fost jertfit.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