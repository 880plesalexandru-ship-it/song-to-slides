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doar Cuvântul Tău cel sfânt, mi-e lumină pe Pământ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simt că-s singur şi calea-am rătăcit,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alături de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Teama o goneşti, şi-n nădejde mă-ntăreşti: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„Voi fi veşnic lângă tine!”.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doar Cuvântul Tău cel sfânt, mi-e lumină pe Pământ,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doar Cuvântul Tău cel sfânt, mi-e lumină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Noaptea, El mi-e candelă şi stea, luminând cărarea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Călăuză-mi eşti şi în taină îmi vorbeşti,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Călăuză-mi eşti şi în taină îmi vorbeşti,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slăvita-Ţi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la sfârşit voi rămâne liniştit,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Sub înalta-Ţi ocrotire.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doar Cuvântul Tău cel sfânt, mi-e lumină pe Pământ,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doar Cuvântul Tău cel sfânt, mi-e lumină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Noaptea, El mi-e candelă şi stea, luminând cărarea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