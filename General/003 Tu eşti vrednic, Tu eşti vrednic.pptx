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Tu eşti vrednic, Tu eşti vrednic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vrednic, Tu eşti vrednic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Slavă, cinste să-Ţi dăm.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vrednic de-nchinare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să Te adorăm.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Căci Tu ai creat Universul şi omul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Tu ai creat Universul şi omul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viaţă din Tine primim,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eşti vrednic să-Ţi dăm slavă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să-Ţi mulţumim.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 eşti vrednic, Tu eşti vrednic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vrednic, Tu eşti vrednic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Slavă, cinste să-Ţi dăm.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vrednic de-nchinare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să Te adorăm.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Căci Tu ai murit la Golgota pe cruce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Tu ai murit la Golgota pe cruce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Iertare deplină ne-ai dat.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eşti vrednic să-Ţi dăm slavă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să Te adorăm.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