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Dumnezeul laudei mele, Te laud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Orice-ar fi să vină din a lumii tină,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Orice-ar fi să-mi dea astăzi lumea 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pe Tine-ntruna / Te voi lăuda. /x3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Dumnezeul laudei mele, Te laud,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Dumnezeul laudei mele, Te laud,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Dumnezeul dragostei mele, Te laud,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Dumnezeul vieţii mele,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laud, Te laud, Te laud.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Chiar de-ar fi pe cale spini şi nu petale,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de-ar fi pe cale spini şi nu petale,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de mi-aş vedea stinsă lampa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pe Tine-ntruna / Te voi lăuda. /x3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Dumnezeul laudei mele, Te laud,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Dumnezeul laudei mele, Te laud,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Dumnezeul dragostei mele, Te laud,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Dumnezeul vieţii mele,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laud, Te laud, Te laud.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oricât de grele suliţi sau nuiele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oricât de grele suliţi sau nuiele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 se vor mai da pentru calea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pe Tine-ntruna / Te voi lăuda. /x3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Dumnezeul laudei mele, Te laud,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Dumnezeul laudei mele, Te laud,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Dumnezeul dragostei mele, Te laud,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Dumnezeul vieţii mele,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laud, Te laud, Te laud.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Căci Tu eşti iubirea şi desăvârşirea,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Tu eşti iubirea şi desăvârşirea,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şi-n veci aşa, Doamne-n, viaţa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cu foc pe Tine / Te voi lăuda. /x3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Dumnezeul laudei mele, Te laud,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Dumnezeul laudei mele, Te laud,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Dumnezeul dragostei mele, Te laud,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Dumnezeul vieţii mele,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laud, Te laud, Te laud.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