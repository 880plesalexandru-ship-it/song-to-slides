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Tu mă cercetezi de-aproape Doamne, tu mă ocrotești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mă cercetezi de-aproape Doamne, tu mă ocrotești!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departe-mi pătrunzi gândul, căile-mi cunoști.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Unde voi putea, o, Doamne, să m-ascund de fața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viața e-n Mâna Ta?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Eu Te laud, Doamne, pentru ce sunt,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Te laud, Doamne, pentru ce sunt,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marea Jertfă și iubirea Ta!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Viața ce-am primit-o din mâna 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 închin, ca laudă pentru slava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cei răi mă înconjoară și cu ură mă privesc,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cei răi mă înconjoară și cu ură mă privesc,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Pune dragostea Ta-n mine ca să pot să îi iubesc.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nădăjduiesc în Tine și-n făgăduința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 viața e-n Mâna 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Eu Te laud, Doamne, pentru ce sunt,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Te laud, Doamne, pentru ce sunt,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marea Jertfă și iubirea Ta!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Viața ce-am primit-o din mâna 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 închin, ca laudă pentru slava Ta!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