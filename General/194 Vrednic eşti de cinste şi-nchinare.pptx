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Vrednic eşti de cinste şi-nchinare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Vrednic eşti de cinste şi-nchinare,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Ridicăm mâinile noastre, înălţăm numele Tău.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mare eşti şi ce mari minuni faci 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mare eşti şi ce mari minuni faci Tu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ca Tine altul nu-i, şi ca Tine altul nu-i, ce mare 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Vrem să spunem lumii despre Tine,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Vrem să spunem lumii despre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prin moartea Ta pe cruce tuturor ai arătat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 Tu eşti Domn, Tu eşti Domn cu-adevărat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Tu eşti Domn, Tu eşti Domn cu-adevărat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păcatul ne-ai iertat, şi păcatul ne-ai iertat,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mare eşti şi ce mari minuni faci Tu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ca Tine altul nu-i, şi ca Tine altul nu-i,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mare eşti!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