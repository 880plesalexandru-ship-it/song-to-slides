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Ne-ai arătat cum să trăim, ne-ai învăţat să ne iubim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Ne-ai arătat cum să trăim, ne-ai învăţat să ne iubim,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când ne e prea greu să ne-îndreptăm privirea către ceruri.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totuşi, Doamne, ne e greu, nu mai ştim ce e bun sau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tot ce-avem şi ştim nu mai aflăm cărarea către ceruri.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Te rugăm, mai dă-ne-un semn, un strop de har,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Te rugăm, mai dă-ne-un semn, un strop de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spune Doamne cum, să trăim în lumea de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Suntem ai Tăi, şi mari şi mici, şi buni şi 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Întinde braţul Tău şi ne condu’ pe-al nostru 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cât mai mult am descoperit, mai complicaţi am devenit,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cât mai mult am descoperit, mai complicaţi am devenit,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am pierdut ceva din sensul vieţii ce ai pus-o-n noi.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căutăm în Univers, şi vrem să ştim al lumii mers,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Dar, tot uităm să fim mai buni cu cei de lângă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Te rugăm, mai dă-ne-un semn, un strop de har,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Te rugăm, mai dă-ne-un semn, un strop de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spune Doamne cum, să trăim în lumea de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Suntem ai Tăi, şi mari şi mici, şi buni şi 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Întinde braţul Tău şi ne condu’ pe-al nostru drum.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ne-am putea elibera, bariere, ziduri sfărâma,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ne-am putea elibera, bariere, ziduri sfărâma,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rămâne toţi umili şi simpli şi adevăraţi.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Ne-ai fi Tu, Doamne, singur ţel şi ne-am privi-între noi la fel,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Ne-am da mâinile şi-am fi cu-adevărat cu toţii fraţi.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Te rugăm, mai dă-ne-un semn, un strop de har,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Te rugăm, mai dă-ne-un semn, un strop de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spune Doamne cum, să trăim în lumea de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Suntem ai Tăi, şi mari şi mici, şi buni şi 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Întinde braţul Tău şi ne condu’ pe-al nostru drum.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