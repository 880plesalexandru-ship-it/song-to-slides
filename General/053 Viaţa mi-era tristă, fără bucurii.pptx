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Viaţa mi-era tristă, fără bucurii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Viaţa mi-era tristă, fără bucurii,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Fără de lumină şi fără melodii,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Cuvântul Vieţii când l-am ascultat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primit lumină şi sunt eliberat.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Cunosc secretul, la rugă-alerg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Cunosc secretul, la rugă-alerg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aflu calea pe care merg.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Am mântuirea, trăiesc minuni,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Cunosc răspunsul prin rugăciuni.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Dacă-n lumea asta eşti rătăcitor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Dacă-n lumea asta eşti rătăcitor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uita că anii vieţii trec în zbor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Fruntea ţi-o ridică spre Cel Preaînalt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Şi-ţi va fi El scutul şi stânca de bazalt.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Cunosc secretul, la rugă-alerg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Cunosc secretul, la rugă-alerg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aflu calea pe care merg.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Am mântuirea, trăiesc minuni,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Cunosc răspunsul prin rugăciuni.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Caută Scriptura zilnic s-o citeşti,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Caută Scriptura zilnic s-o citeşti,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Ea conţine viaţa şi tainele cereşti.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Umblă prin credinţă dacă vrei să creşti,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priveşti la Isus tu chipul Lui primeşti.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Cunosc secretul, la rugă-alerg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Cunosc secretul, la rugă-alerg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aflu calea pe care merg.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Am mântuirea, trăiesc minuni,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Cunosc răspunsul prin rugăciuni.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