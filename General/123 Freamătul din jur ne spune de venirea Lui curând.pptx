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Freamătul din jur ne spune de venirea Lui curând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Freamătul din jur ne spune de venirea Lui curând,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mai rătăceşti în lume, mântuirea neglijând.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Suflete iubit, te-ntoarce, astăzi la Isus să vii,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N-amâna mereu a face pasul ce te-ar mântui.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      /: Eşti pregătit? Eşti pregătit?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Patima ce te robeşte Domnul Isus îţi va lua,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în sânge te sfinţeşte, mântuire îţi va da.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Orişiunde-ndrepţi privirea nimeni nu te-ar sprijini,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Caută, caută mântuirea căci Isus va reveni.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Cineva-ţi doreşte bine, cel ce te-a adus aici,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Duhul Sfânt lucrează-n tine, vrea pe loc să te decizi.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Duhul Sfânt mai bate odată şi apoi te va lăsa,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 încă te aşteaptă, spune hotărârea 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Frate ce-ai făcut cu Domnul legământ că-L vei urma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Luptă şi învinge somnul azi când stai ’naintea 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mesaj răsună-n lume „Iată că Eu vin curând.”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un „Aleluia!” spune, „Vino, Doamne, mai curând!”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