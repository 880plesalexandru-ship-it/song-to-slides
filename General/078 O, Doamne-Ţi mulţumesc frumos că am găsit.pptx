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O, Doamne-Ţi mulţumesc frumos că am găsit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Doamne-Ţi mulţumesc frumos că am găsit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Drumul spre Tine, Doamne, fără de sfârşit.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merg cu Tine, Domnul meu, Isus iubit,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fiu mereu de Duhul Sfânt călăuzit.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Întinde-Ţi mâna Ta acum,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Întinde-Ţi mâna Ta acum,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Să nu mă mai abat din drum,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Să merg mereu pe calea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Aşa aş vrea.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Sufletul meu a stat de-ajuns întunecat,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Sufletul meu a stat de-ajuns întunecat,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L-am chinuit prea mult, o, Doamne, în păcat.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Salvează-l Tu, Isuse, Domnul meu iubit,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fiu mereu de Duhul Sfânt călăuzit.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Întinde-Ţi mâna Ta acum,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Întinde-Ţi mâna Ta acum,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Să nu mă mai abat din drum,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Să merg mereu pe calea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Aşa aş vrea.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Te-am găsit şi nu mai vreau ca să Te pierd,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Te-am găsit şi nu mai vreau ca să Te pierd,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Isus, o, Domnul meu Preasfânt şi drept.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Şi-n Biblie eu am găsit şi am aflat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 sfârşitul va fi, o, Doamne-nfricoşat.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Întinde-Ţi mâna Ta acum,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Întinde-Ţi mâna Ta acum,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Să nu mă mai abat din drum,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Să merg mereu pe calea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Aşa aş vrea.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Sfârşitul cât de-nfricoşat va fi, Doamne,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Sfârşitul cât de-nfricoşat va fi, Doamne,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Atunci Biserica Îţi vei răpi la cer,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îngerii vor trâmbiţa venirea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Aş vrea să fiu şi eu ales la dreapta 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Întinde-Ţi mâna Ta acum,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Întinde-Ţi mâna Ta acum,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Să nu mă mai abat din drum,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Să merg mereu pe calea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Aşa aş vrea.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casa Ta eu aş dori să vin mereu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casa Ta eu aş dori să vin mereu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mă închin şi să ascult Cuvântul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Aici găsesc odihnă sufletului meu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aş dori ca să Te pot urma mereu.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Întinde-Ţi mâna Ta acum,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Întinde-Ţi mâna Ta acum,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Să nu mă mai abat din drum,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Să merg mereu pe calea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Aşa aş vrea.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Drumul spre Tine, Doamne este prea spinos,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6/6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Drumul spre Tine, Doamne este prea spinos,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numai pe el pot găsi un adăpost,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Sub aripa-Ţi ocrotitoare să-mi faci loc,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drumul larg m-am abătut şi m-am întors.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Întinde-Ţi mâna Ta acum,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Întinde-Ţi mâna Ta acum,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Să nu mă mai abat din drum,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Să merg mereu pe calea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Aşa aş vrea.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