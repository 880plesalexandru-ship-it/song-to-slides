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Lacrimile de durere când se vor sfârşi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Lacrimile de durere când se vor sfârşi?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poporul meu, liber când vei fi?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Lanţu-i sfărâmat, să zbor ca un şoim aş vrea,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S-ajung în ţara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Inima, inima zboară spre ceruri,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Inima, inima zboară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se-avântă,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Oare-atâtea suferinţi când se vor sfârşi?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Oare-atâtea suferinţi când se vor sfârşi?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pentru noi dreptatea va-nflori?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Lanţu-i sfărâmat, să zbor ca un şoim aş vrea,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S-ajung în ţara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Inima, inima zboară spre ceruri,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Inima, inima zboară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se-avântă,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Oare Tu, Isus, pe nori când vei reveni?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Tu, Isus, pe nori când vei reveni?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fericiţi cu toţii noi vom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Lanţu-i sfărâmat, să zbor ca un şoim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S-ajung în ţara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Inima, inima zboară spre ceruri,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Inima, inima zboară spre ceruri,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se-avântă,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Dorul se-avântă departe,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