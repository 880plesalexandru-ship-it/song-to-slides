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Mie-atât mi-a mai rămas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Mie-atât mi-a mai rămas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mă-ncred în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Să-L ascult şi pas cu pas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fiu după placul Său.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Pot totul în Isus /x3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Pot totul în Isus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este tăria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Pot totul în Isus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este tăria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Vânturi mari de s-ar stârni,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Vânturi mari de s-ar stârni,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Totu-n jur de-ar dărâma,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Nu mă vor putea clinti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pe temelia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Pot totul în Isus /x3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Pot totul în Isus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este tăria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Pot totul în Isus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este tăria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De-ar ieşi ’naintea mea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De-ar ieşi ’naintea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Iadu-ntreg ’spăimântător,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Tot mai tare-i dreapta Sa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mă scoată-nvingător.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Pot totul în Isus /x3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Pot totul în Isus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este tăria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Pot totul în Isus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este tăria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