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Te-aştept Isuse, privind spre ceruri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Te-aştept Isuse, privind spre ceruri,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văd dacă nu vii,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orice seară eu Te chem iară,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Pentru-a mă pregăti.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Tu eşti aproape, poate la noapte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Tu eşti aproape, poate la noapte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S-ar întâmpla să vii;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Haina-i pătată, nu e curată,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Ce fac eu dacă vii?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Te-aştept şi ziua şi-mi este teamă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Te-aştept şi ziua şi-mi este teamă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Tu vei apărea,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dă-mi putere când am durere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Te pot urma.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Sfântul Tău sânge şi-acuma curge,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Sfântul Tău sânge şi-acuma curge,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El poate-a mă spăla;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De orice vină, de orice tină,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Numai Tu poţi ierta.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dimineaţa dispare ceaţa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dimineaţa dispare ceaţa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pat am tresărit,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scol în grabă, privesc afară,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văd dacă-Ai venit.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eşti aproape, poate la noapte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aproape, poate la noapte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S-ar întâmpla să vii,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Haina-i curată, nu e pătată,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De-acuma poţi să vii.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Ca orişicare, în aşteptare,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De-acum eu stau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Viaţa mea, toată-Ţi este predată,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De-acum eu sunt al Tău!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