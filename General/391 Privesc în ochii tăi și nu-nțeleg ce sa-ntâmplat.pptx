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Privesc în ochii tăi și nu-nțeleg ce sa-ntâmplat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Privesc în ochii tăi și nu-nțeleg ce sa-ntâmplat.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dragostea ce era în tine odat’,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rugăciunea ce-o înălțai din zori,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cândva erai gata pentru Isus ca sa mori?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Unde-s timpurile când bisericile erau pline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nu plecam de-acasă, dar mereu aveam o pâine?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Întotdeauna Dumnezeu a fost cu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niciodată nu era dezbinare între noi.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Unde-i iubirea, de altădat’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iubirea, de altădat’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 de ea ne-am îndepărtat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Ajută-mi Doamne ca să veghez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Pentru tine eu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Unde-I unitatea ce-o aveam cândva ‘ntre frați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unitatea ce-o aveam cândva ‘ntre frați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nu ne lăsam chiar daca-n temniță aruncați?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dragostea ce era în noi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ardeam de dor tot mai mult pentru Dumnezeu?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anii au trecut, și ne-am îndepărtat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Dumnezeu tot mai mult, noi am uitat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rămas, cu sufletul gol și pustiu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am uitat, pe frații noștri ca să-I iubim.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Unde-i iubirea, de altădat’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iubirea, de altădat’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 de ea ne-am îndepărtat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Ajută-mi Doamne ca să veghez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Pentru tine eu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Și cât mai am suflare, mă rog îngenunchiat: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cât mai am suflare, mă rog îngenunchiat: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„Doamne iartă-mă, că de Tine m-am îndepărtat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Aprinde dragostea, ce cândva mi-era cu foc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când ar fi să plec, să am și eu în cer un loc.”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Unde-i iubirea, de altădat’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Unde-i iubirea, de altădat’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 de ea ne-am îndepărtat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Ajută-mi Doamne ca să veghez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Pentru tine eu să trăiesc.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