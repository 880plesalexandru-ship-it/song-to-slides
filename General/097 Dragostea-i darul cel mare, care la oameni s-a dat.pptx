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Dragostea-i darul cel mare, care la oameni s-a 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Dragostea-i darul cel mare, care la oameni s-a dat,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lumină şi viaţă, e-un sentiment minunat.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Dragostea-i şoaptă de taină, este-un cuvânt nerostit,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Dragostea-i jar şi speranţă, este un râu limpezit.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Dragostea-i cântec pe buze,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Dragostea-i cântec pe buze,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Este nădejde şi teamă,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Este-un fior în privire,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Dragostea-i sfântul magnet.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de-origine-i cerul,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răbdării pe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nădejdii acasă,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unirii-n văzduh.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Dragostea e fericire, este ca cerul senin,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 e fericire, este ca cerul senin,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Dragostea-i sfântă arvună, n-are în sine venin.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Dragostea-i neprefăcută, sinceră, candidă 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de mulţi neştiută, dragostea viaţă ne 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Dragostea-i cântec pe buze,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Dragostea-i cântec pe buze,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Este nădejde şi teamă,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Este-un fior în privire,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Dragostea-i sfântul magnet.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de-origine-i cerul,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răbdării pe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nădejdii acasă,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unirii-n văzduh.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Dragostea-i susur de ape, dragostea-i ton liniştit,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Dragostea-i susur de ape, dragostea-i ton liniştit,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balsam pus pe rană, dragostea-i râs fericit.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Dragostea-i darul din ceruri, dar care nu-i preţuit,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Dragostea-i dor după Tatăl, este un cânt mulţumit.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Dragostea-i cântec pe buze,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Dragostea-i cântec pe buze,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Este nădejde şi teamă,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Este-un fior în privire,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Dragostea-i sfântul magnet.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de-origine-i cerul,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răbdării pe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nădejdii acasă,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unirii-n văzduh.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dacă dragostea-n viaţă inima ne-ar copleşi,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dacă dragostea-n viaţă inima ne-ar copleşi,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iubirea divină în suflet ni s-ar sădi,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minunată-ar fi viaţa şi fără nori şi furtuni,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zdrobită-ar fi ura cea din ascunse genuni.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Dragostea-i cântec pe buze,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Dragostea-i cântec pe buze,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Este nădejde şi teamă,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Este-un fior în privire,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Dragostea-i sfântul magnet.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de-origine-i cerul,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răbdării pe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nădejdii acasă,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Locul unirii-n văzduh.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