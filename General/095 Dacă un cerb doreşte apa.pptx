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4612112" cy="8211312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1777472" y="91440"/>
            <a:ext cx="2743200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t>Dacă un cerb doreşte apa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1/4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Dacă un cerb doreşte apa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Din muntele răcoritor,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Fiinţa mea-Ţi doreşte faţa,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O, Mire scump, izbăvitor!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	</a:t>
            </a:r>
            <a:r>
              <a:rPr b="0" i="1"/>
              <a:t>Dorim să fim</a:t>
            </a:r>
            <a:r>
              <a:rPr b="0" i="0"/>
              <a:t>, </a:t>
            </a:r>
            <a:r>
              <a:rPr b="1" i="0"/>
              <a:t>dorim să fim</a:t>
            </a:r>
            <a:r>
              <a:rPr b="0" i="0"/>
              <a:t>, </a:t>
            </a:r>
            <a:r>
              <a:rPr b="0" i="1"/>
              <a:t>numai cu Tine</a:t>
            </a:r>
            <a:r>
              <a:rPr b="0" i="0"/>
              <a:t>, </a:t>
            </a:r>
            <a:r>
              <a:rPr b="1" i="0"/>
              <a:t>numai cu Tine</a:t>
            </a:r>
            <a:r>
              <a:rPr b="0" i="0"/>
              <a:t>,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</a:t>
            </a:r>
            <a:r>
              <a:rPr i="1" sz="4800">
                <a:solidFill>
                  <a:srgbClr val="FFFFFF"/>
                </a:solidFill>
                <a:latin typeface="Calibri"/>
              </a:rPr>
              <a:t>Dorim să fim</a:t>
            </a:r>
            <a:r>
              <a:rPr sz="4800">
                <a:solidFill>
                  <a:srgbClr val="FFFFFF"/>
                </a:solidFill>
                <a:latin typeface="Calibri"/>
              </a:rPr>
              <a:t>, </a:t>
            </a:r>
            <a:r>
              <a:rPr b="1" sz="4800">
                <a:solidFill>
                  <a:srgbClr val="FFFFFF"/>
                </a:solidFill>
                <a:latin typeface="Calibri"/>
              </a:rPr>
              <a:t>dorim să fim</a:t>
            </a:r>
            <a:r>
              <a:rPr sz="4800">
                <a:solidFill>
                  <a:srgbClr val="FFFFFF"/>
                </a:solidFill>
                <a:latin typeface="Calibri"/>
              </a:rPr>
              <a:t>, </a:t>
            </a:r>
            <a:r>
              <a:rPr i="1" sz="4800">
                <a:solidFill>
                  <a:srgbClr val="FFFFFF"/>
                </a:solidFill>
                <a:latin typeface="Calibri"/>
              </a:rPr>
              <a:t>numai cu Tine</a:t>
            </a:r>
            <a:r>
              <a:rPr sz="4800">
                <a:solidFill>
                  <a:srgbClr val="FFFFFF"/>
                </a:solidFill>
                <a:latin typeface="Calibri"/>
              </a:rPr>
              <a:t>, </a:t>
            </a:r>
            <a:r>
              <a:rPr b="1" sz="4800">
                <a:solidFill>
                  <a:srgbClr val="FFFFFF"/>
                </a:solidFill>
                <a:latin typeface="Calibri"/>
              </a:rPr>
              <a:t>numai cu Tine</a:t>
            </a:r>
            <a:r>
              <a:rPr sz="4800">
                <a:solidFill>
                  <a:srgbClr val="FFFFFF"/>
                </a:solidFill>
                <a:latin typeface="Calibri"/>
              </a:rPr>
              <a:t>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</a:t>
            </a:r>
            <a:r>
              <a:rPr i="1" sz="4800">
                <a:solidFill>
                  <a:srgbClr val="FFFFFF"/>
                </a:solidFill>
                <a:latin typeface="Calibri"/>
              </a:rPr>
              <a:t>Pe plaiurile</a:t>
            </a:r>
            <a:r>
              <a:rPr sz="4800">
                <a:solidFill>
                  <a:srgbClr val="FFFFFF"/>
                </a:solidFill>
                <a:latin typeface="Calibri"/>
              </a:rPr>
              <a:t>, </a:t>
            </a:r>
            <a:r>
              <a:rPr b="1" sz="4800">
                <a:solidFill>
                  <a:srgbClr val="FFFFFF"/>
                </a:solidFill>
                <a:latin typeface="Calibri"/>
              </a:rPr>
              <a:t>pe plaiurile</a:t>
            </a:r>
            <a:r>
              <a:rPr sz="4800">
                <a:solidFill>
                  <a:srgbClr val="FFFFFF"/>
                </a:solidFill>
                <a:latin typeface="Calibri"/>
              </a:rPr>
              <a:t>, </a:t>
            </a:r>
            <a:r>
              <a:rPr i="1" sz="4800">
                <a:solidFill>
                  <a:srgbClr val="FFFFFF"/>
                </a:solidFill>
                <a:latin typeface="Calibri"/>
              </a:rPr>
              <a:t>îngereşti</a:t>
            </a:r>
            <a:r>
              <a:rPr sz="4800">
                <a:solidFill>
                  <a:srgbClr val="FFFFFF"/>
                </a:solidFill>
                <a:latin typeface="Calibri"/>
              </a:rPr>
              <a:t>, </a:t>
            </a:r>
            <a:r>
              <a:rPr b="1" sz="4800">
                <a:solidFill>
                  <a:srgbClr val="FFFFFF"/>
                </a:solidFill>
                <a:latin typeface="Calibri"/>
              </a:rPr>
              <a:t>îngereşti</a:t>
            </a:r>
            <a:r>
              <a:rPr sz="4800">
                <a:solidFill>
                  <a:srgbClr val="FFFFFF"/>
                </a:solidFill>
                <a:latin typeface="Calibri"/>
              </a:rPr>
              <a:t>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</a:t>
            </a:r>
            <a:r>
              <a:rPr i="1" sz="4800">
                <a:solidFill>
                  <a:srgbClr val="FFFFFF"/>
                </a:solidFill>
                <a:latin typeface="Calibri"/>
              </a:rPr>
              <a:t>Acolo unde-i</a:t>
            </a:r>
            <a:r>
              <a:rPr sz="4800">
                <a:solidFill>
                  <a:srgbClr val="FFFFFF"/>
                </a:solidFill>
                <a:latin typeface="Calibri"/>
              </a:rPr>
              <a:t>, </a:t>
            </a:r>
            <a:r>
              <a:rPr b="1" sz="4800">
                <a:solidFill>
                  <a:srgbClr val="FFFFFF"/>
                </a:solidFill>
                <a:latin typeface="Calibri"/>
              </a:rPr>
              <a:t>acolo unde-i</a:t>
            </a:r>
            <a:r>
              <a:rPr sz="4800">
                <a:solidFill>
                  <a:srgbClr val="FFFFFF"/>
                </a:solidFill>
                <a:latin typeface="Calibri"/>
              </a:rPr>
              <a:t>, </a:t>
            </a:r>
            <a:r>
              <a:rPr i="1" sz="4800">
                <a:solidFill>
                  <a:srgbClr val="FFFFFF"/>
                </a:solidFill>
                <a:latin typeface="Calibri"/>
              </a:rPr>
              <a:t>numai bine</a:t>
            </a:r>
            <a:r>
              <a:rPr sz="4800">
                <a:solidFill>
                  <a:srgbClr val="FFFFFF"/>
                </a:solidFill>
                <a:latin typeface="Calibri"/>
              </a:rPr>
              <a:t>, </a:t>
            </a:r>
            <a:r>
              <a:rPr b="1" sz="4800">
                <a:solidFill>
                  <a:srgbClr val="FFFFFF"/>
                </a:solidFill>
                <a:latin typeface="Calibri"/>
              </a:rPr>
              <a:t>numai bine</a:t>
            </a:r>
            <a:r>
              <a:rPr sz="4800">
                <a:solidFill>
                  <a:srgbClr val="FFFFFF"/>
                </a:solidFill>
                <a:latin typeface="Calibri"/>
              </a:rPr>
              <a:t>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</a:t>
            </a:r>
            <a:r>
              <a:rPr i="1" sz="4800">
                <a:solidFill>
                  <a:srgbClr val="FFFFFF"/>
                </a:solidFill>
                <a:latin typeface="Calibri"/>
              </a:rPr>
              <a:t>S-admiri lucrările</a:t>
            </a:r>
            <a:r>
              <a:rPr sz="4800">
                <a:solidFill>
                  <a:srgbClr val="FFFFFF"/>
                </a:solidFill>
                <a:latin typeface="Calibri"/>
              </a:rPr>
              <a:t>, </a:t>
            </a:r>
            <a:r>
              <a:rPr b="1" sz="4800">
                <a:solidFill>
                  <a:srgbClr val="FFFFFF"/>
                </a:solidFill>
                <a:latin typeface="Calibri"/>
              </a:rPr>
              <a:t>s-admiri lucrările</a:t>
            </a:r>
            <a:r>
              <a:rPr sz="4800">
                <a:solidFill>
                  <a:srgbClr val="FFFFFF"/>
                </a:solidFill>
                <a:latin typeface="Calibri"/>
              </a:rPr>
              <a:t>, cereşti.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Nu Te-am văzut aşa cum eşti,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2/4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Nu Te-am văzut aşa cum eşti,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Căci n-a sosit clipa-ntâlnirii,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Dar Te-am simţit că-mi împleteşti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Splendoarea vie-a fericirii.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	</a:t>
            </a:r>
            <a:r>
              <a:rPr b="0" i="1"/>
              <a:t>Dorim să fim</a:t>
            </a:r>
            <a:r>
              <a:rPr b="0" i="0"/>
              <a:t>, </a:t>
            </a:r>
            <a:r>
              <a:rPr b="1" i="0"/>
              <a:t>dorim să fim</a:t>
            </a:r>
            <a:r>
              <a:rPr b="0" i="0"/>
              <a:t>, </a:t>
            </a:r>
            <a:r>
              <a:rPr b="0" i="1"/>
              <a:t>numai cu Tine</a:t>
            </a:r>
            <a:r>
              <a:rPr b="0" i="0"/>
              <a:t>, </a:t>
            </a:r>
            <a:r>
              <a:rPr b="1" i="0"/>
              <a:t>numai cu Tine</a:t>
            </a:r>
            <a:r>
              <a:rPr b="0" i="0"/>
              <a:t>,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</a:t>
            </a:r>
            <a:r>
              <a:rPr i="1" sz="4800">
                <a:solidFill>
                  <a:srgbClr val="FFFFFF"/>
                </a:solidFill>
                <a:latin typeface="Calibri"/>
              </a:rPr>
              <a:t>Dorim să fim</a:t>
            </a:r>
            <a:r>
              <a:rPr sz="4800">
                <a:solidFill>
                  <a:srgbClr val="FFFFFF"/>
                </a:solidFill>
                <a:latin typeface="Calibri"/>
              </a:rPr>
              <a:t>, </a:t>
            </a:r>
            <a:r>
              <a:rPr b="1" sz="4800">
                <a:solidFill>
                  <a:srgbClr val="FFFFFF"/>
                </a:solidFill>
                <a:latin typeface="Calibri"/>
              </a:rPr>
              <a:t>dorim să fim</a:t>
            </a:r>
            <a:r>
              <a:rPr sz="4800">
                <a:solidFill>
                  <a:srgbClr val="FFFFFF"/>
                </a:solidFill>
                <a:latin typeface="Calibri"/>
              </a:rPr>
              <a:t>, </a:t>
            </a:r>
            <a:r>
              <a:rPr i="1" sz="4800">
                <a:solidFill>
                  <a:srgbClr val="FFFFFF"/>
                </a:solidFill>
                <a:latin typeface="Calibri"/>
              </a:rPr>
              <a:t>numai cu Tine</a:t>
            </a:r>
            <a:r>
              <a:rPr sz="4800">
                <a:solidFill>
                  <a:srgbClr val="FFFFFF"/>
                </a:solidFill>
                <a:latin typeface="Calibri"/>
              </a:rPr>
              <a:t>, </a:t>
            </a:r>
            <a:r>
              <a:rPr b="1" sz="4800">
                <a:solidFill>
                  <a:srgbClr val="FFFFFF"/>
                </a:solidFill>
                <a:latin typeface="Calibri"/>
              </a:rPr>
              <a:t>numai cu Tine</a:t>
            </a:r>
            <a:r>
              <a:rPr sz="4800">
                <a:solidFill>
                  <a:srgbClr val="FFFFFF"/>
                </a:solidFill>
                <a:latin typeface="Calibri"/>
              </a:rPr>
              <a:t>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</a:t>
            </a:r>
            <a:r>
              <a:rPr i="1" sz="4800">
                <a:solidFill>
                  <a:srgbClr val="FFFFFF"/>
                </a:solidFill>
                <a:latin typeface="Calibri"/>
              </a:rPr>
              <a:t>Pe plaiurile</a:t>
            </a:r>
            <a:r>
              <a:rPr sz="4800">
                <a:solidFill>
                  <a:srgbClr val="FFFFFF"/>
                </a:solidFill>
                <a:latin typeface="Calibri"/>
              </a:rPr>
              <a:t>, </a:t>
            </a:r>
            <a:r>
              <a:rPr b="1" sz="4800">
                <a:solidFill>
                  <a:srgbClr val="FFFFFF"/>
                </a:solidFill>
                <a:latin typeface="Calibri"/>
              </a:rPr>
              <a:t>pe plaiurile</a:t>
            </a:r>
            <a:r>
              <a:rPr sz="4800">
                <a:solidFill>
                  <a:srgbClr val="FFFFFF"/>
                </a:solidFill>
                <a:latin typeface="Calibri"/>
              </a:rPr>
              <a:t>, </a:t>
            </a:r>
            <a:r>
              <a:rPr i="1" sz="4800">
                <a:solidFill>
                  <a:srgbClr val="FFFFFF"/>
                </a:solidFill>
                <a:latin typeface="Calibri"/>
              </a:rPr>
              <a:t>îngereşti</a:t>
            </a:r>
            <a:r>
              <a:rPr sz="4800">
                <a:solidFill>
                  <a:srgbClr val="FFFFFF"/>
                </a:solidFill>
                <a:latin typeface="Calibri"/>
              </a:rPr>
              <a:t>, </a:t>
            </a:r>
            <a:r>
              <a:rPr b="1" sz="4800">
                <a:solidFill>
                  <a:srgbClr val="FFFFFF"/>
                </a:solidFill>
                <a:latin typeface="Calibri"/>
              </a:rPr>
              <a:t>îngereşti</a:t>
            </a:r>
            <a:r>
              <a:rPr sz="4800">
                <a:solidFill>
                  <a:srgbClr val="FFFFFF"/>
                </a:solidFill>
                <a:latin typeface="Calibri"/>
              </a:rPr>
              <a:t>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</a:t>
            </a:r>
            <a:r>
              <a:rPr i="1" sz="4800">
                <a:solidFill>
                  <a:srgbClr val="FFFFFF"/>
                </a:solidFill>
                <a:latin typeface="Calibri"/>
              </a:rPr>
              <a:t>Acolo unde-i</a:t>
            </a:r>
            <a:r>
              <a:rPr sz="4800">
                <a:solidFill>
                  <a:srgbClr val="FFFFFF"/>
                </a:solidFill>
                <a:latin typeface="Calibri"/>
              </a:rPr>
              <a:t>, </a:t>
            </a:r>
            <a:r>
              <a:rPr b="1" sz="4800">
                <a:solidFill>
                  <a:srgbClr val="FFFFFF"/>
                </a:solidFill>
                <a:latin typeface="Calibri"/>
              </a:rPr>
              <a:t>acolo unde-i</a:t>
            </a:r>
            <a:r>
              <a:rPr sz="4800">
                <a:solidFill>
                  <a:srgbClr val="FFFFFF"/>
                </a:solidFill>
                <a:latin typeface="Calibri"/>
              </a:rPr>
              <a:t>, </a:t>
            </a:r>
            <a:r>
              <a:rPr i="1" sz="4800">
                <a:solidFill>
                  <a:srgbClr val="FFFFFF"/>
                </a:solidFill>
                <a:latin typeface="Calibri"/>
              </a:rPr>
              <a:t>numai bine</a:t>
            </a:r>
            <a:r>
              <a:rPr sz="4800">
                <a:solidFill>
                  <a:srgbClr val="FFFFFF"/>
                </a:solidFill>
                <a:latin typeface="Calibri"/>
              </a:rPr>
              <a:t>, </a:t>
            </a:r>
            <a:r>
              <a:rPr b="1" sz="4800">
                <a:solidFill>
                  <a:srgbClr val="FFFFFF"/>
                </a:solidFill>
                <a:latin typeface="Calibri"/>
              </a:rPr>
              <a:t>numai bine</a:t>
            </a:r>
            <a:r>
              <a:rPr sz="4800">
                <a:solidFill>
                  <a:srgbClr val="FFFFFF"/>
                </a:solidFill>
                <a:latin typeface="Calibri"/>
              </a:rPr>
              <a:t>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</a:t>
            </a:r>
            <a:r>
              <a:rPr i="1" sz="4800">
                <a:solidFill>
                  <a:srgbClr val="FFFFFF"/>
                </a:solidFill>
                <a:latin typeface="Calibri"/>
              </a:rPr>
              <a:t>S-admiri lucrările</a:t>
            </a:r>
            <a:r>
              <a:rPr sz="4800">
                <a:solidFill>
                  <a:srgbClr val="FFFFFF"/>
                </a:solidFill>
                <a:latin typeface="Calibri"/>
              </a:rPr>
              <a:t>, </a:t>
            </a:r>
            <a:r>
              <a:rPr b="1" sz="4800">
                <a:solidFill>
                  <a:srgbClr val="FFFFFF"/>
                </a:solidFill>
                <a:latin typeface="Calibri"/>
              </a:rPr>
              <a:t>s-admiri lucrările</a:t>
            </a:r>
            <a:r>
              <a:rPr sz="4800">
                <a:solidFill>
                  <a:srgbClr val="FFFFFF"/>
                </a:solidFill>
                <a:latin typeface="Calibri"/>
              </a:rPr>
              <a:t>, cereşti.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Pe mâini străpunse m-ai purtat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3/4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Pe mâini străpunse m-ai purtat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Când inima mi-era-împotrivă.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M-ai suportat, m-ai îndurat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Şi-apoi mi-ai şters Tu orice vină.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	</a:t>
            </a:r>
            <a:r>
              <a:rPr b="0" i="1"/>
              <a:t>Dorim să fim</a:t>
            </a:r>
            <a:r>
              <a:rPr b="0" i="0"/>
              <a:t>, </a:t>
            </a:r>
            <a:r>
              <a:rPr b="1" i="0"/>
              <a:t>dorim să fim</a:t>
            </a:r>
            <a:r>
              <a:rPr b="0" i="0"/>
              <a:t>, </a:t>
            </a:r>
            <a:r>
              <a:rPr b="0" i="1"/>
              <a:t>numai cu Tine</a:t>
            </a:r>
            <a:r>
              <a:rPr b="0" i="0"/>
              <a:t>, </a:t>
            </a:r>
            <a:r>
              <a:rPr b="1" i="0"/>
              <a:t>numai cu Tine</a:t>
            </a:r>
            <a:r>
              <a:rPr b="0" i="0"/>
              <a:t>,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</a:t>
            </a:r>
            <a:r>
              <a:rPr i="1" sz="4800">
                <a:solidFill>
                  <a:srgbClr val="FFFFFF"/>
                </a:solidFill>
                <a:latin typeface="Calibri"/>
              </a:rPr>
              <a:t>Dorim să fim</a:t>
            </a:r>
            <a:r>
              <a:rPr sz="4800">
                <a:solidFill>
                  <a:srgbClr val="FFFFFF"/>
                </a:solidFill>
                <a:latin typeface="Calibri"/>
              </a:rPr>
              <a:t>, </a:t>
            </a:r>
            <a:r>
              <a:rPr b="1" sz="4800">
                <a:solidFill>
                  <a:srgbClr val="FFFFFF"/>
                </a:solidFill>
                <a:latin typeface="Calibri"/>
              </a:rPr>
              <a:t>dorim să fim</a:t>
            </a:r>
            <a:r>
              <a:rPr sz="4800">
                <a:solidFill>
                  <a:srgbClr val="FFFFFF"/>
                </a:solidFill>
                <a:latin typeface="Calibri"/>
              </a:rPr>
              <a:t>, </a:t>
            </a:r>
            <a:r>
              <a:rPr i="1" sz="4800">
                <a:solidFill>
                  <a:srgbClr val="FFFFFF"/>
                </a:solidFill>
                <a:latin typeface="Calibri"/>
              </a:rPr>
              <a:t>numai cu Tine</a:t>
            </a:r>
            <a:r>
              <a:rPr sz="4800">
                <a:solidFill>
                  <a:srgbClr val="FFFFFF"/>
                </a:solidFill>
                <a:latin typeface="Calibri"/>
              </a:rPr>
              <a:t>, </a:t>
            </a:r>
            <a:r>
              <a:rPr b="1" sz="4800">
                <a:solidFill>
                  <a:srgbClr val="FFFFFF"/>
                </a:solidFill>
                <a:latin typeface="Calibri"/>
              </a:rPr>
              <a:t>numai cu Tine</a:t>
            </a:r>
            <a:r>
              <a:rPr sz="4800">
                <a:solidFill>
                  <a:srgbClr val="FFFFFF"/>
                </a:solidFill>
                <a:latin typeface="Calibri"/>
              </a:rPr>
              <a:t>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</a:t>
            </a:r>
            <a:r>
              <a:rPr i="1" sz="4800">
                <a:solidFill>
                  <a:srgbClr val="FFFFFF"/>
                </a:solidFill>
                <a:latin typeface="Calibri"/>
              </a:rPr>
              <a:t>Pe plaiurile</a:t>
            </a:r>
            <a:r>
              <a:rPr sz="4800">
                <a:solidFill>
                  <a:srgbClr val="FFFFFF"/>
                </a:solidFill>
                <a:latin typeface="Calibri"/>
              </a:rPr>
              <a:t>, </a:t>
            </a:r>
            <a:r>
              <a:rPr b="1" sz="4800">
                <a:solidFill>
                  <a:srgbClr val="FFFFFF"/>
                </a:solidFill>
                <a:latin typeface="Calibri"/>
              </a:rPr>
              <a:t>pe plaiurile</a:t>
            </a:r>
            <a:r>
              <a:rPr sz="4800">
                <a:solidFill>
                  <a:srgbClr val="FFFFFF"/>
                </a:solidFill>
                <a:latin typeface="Calibri"/>
              </a:rPr>
              <a:t>, </a:t>
            </a:r>
            <a:r>
              <a:rPr i="1" sz="4800">
                <a:solidFill>
                  <a:srgbClr val="FFFFFF"/>
                </a:solidFill>
                <a:latin typeface="Calibri"/>
              </a:rPr>
              <a:t>îngereşti</a:t>
            </a:r>
            <a:r>
              <a:rPr sz="4800">
                <a:solidFill>
                  <a:srgbClr val="FFFFFF"/>
                </a:solidFill>
                <a:latin typeface="Calibri"/>
              </a:rPr>
              <a:t>, </a:t>
            </a:r>
            <a:r>
              <a:rPr b="1" sz="4800">
                <a:solidFill>
                  <a:srgbClr val="FFFFFF"/>
                </a:solidFill>
                <a:latin typeface="Calibri"/>
              </a:rPr>
              <a:t>îngereşti</a:t>
            </a:r>
            <a:r>
              <a:rPr sz="4800">
                <a:solidFill>
                  <a:srgbClr val="FFFFFF"/>
                </a:solidFill>
                <a:latin typeface="Calibri"/>
              </a:rPr>
              <a:t>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</a:t>
            </a:r>
            <a:r>
              <a:rPr i="1" sz="4800">
                <a:solidFill>
                  <a:srgbClr val="FFFFFF"/>
                </a:solidFill>
                <a:latin typeface="Calibri"/>
              </a:rPr>
              <a:t>Acolo unde-i</a:t>
            </a:r>
            <a:r>
              <a:rPr sz="4800">
                <a:solidFill>
                  <a:srgbClr val="FFFFFF"/>
                </a:solidFill>
                <a:latin typeface="Calibri"/>
              </a:rPr>
              <a:t>, </a:t>
            </a:r>
            <a:r>
              <a:rPr b="1" sz="4800">
                <a:solidFill>
                  <a:srgbClr val="FFFFFF"/>
                </a:solidFill>
                <a:latin typeface="Calibri"/>
              </a:rPr>
              <a:t>acolo unde-i</a:t>
            </a:r>
            <a:r>
              <a:rPr sz="4800">
                <a:solidFill>
                  <a:srgbClr val="FFFFFF"/>
                </a:solidFill>
                <a:latin typeface="Calibri"/>
              </a:rPr>
              <a:t>, </a:t>
            </a:r>
            <a:r>
              <a:rPr i="1" sz="4800">
                <a:solidFill>
                  <a:srgbClr val="FFFFFF"/>
                </a:solidFill>
                <a:latin typeface="Calibri"/>
              </a:rPr>
              <a:t>numai bine</a:t>
            </a:r>
            <a:r>
              <a:rPr sz="4800">
                <a:solidFill>
                  <a:srgbClr val="FFFFFF"/>
                </a:solidFill>
                <a:latin typeface="Calibri"/>
              </a:rPr>
              <a:t>, </a:t>
            </a:r>
            <a:r>
              <a:rPr b="1" sz="4800">
                <a:solidFill>
                  <a:srgbClr val="FFFFFF"/>
                </a:solidFill>
                <a:latin typeface="Calibri"/>
              </a:rPr>
              <a:t>numai bine</a:t>
            </a:r>
            <a:r>
              <a:rPr sz="4800">
                <a:solidFill>
                  <a:srgbClr val="FFFFFF"/>
                </a:solidFill>
                <a:latin typeface="Calibri"/>
              </a:rPr>
              <a:t>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</a:t>
            </a:r>
            <a:r>
              <a:rPr i="1" sz="4800">
                <a:solidFill>
                  <a:srgbClr val="FFFFFF"/>
                </a:solidFill>
                <a:latin typeface="Calibri"/>
              </a:rPr>
              <a:t>S-admiri lucrările</a:t>
            </a:r>
            <a:r>
              <a:rPr sz="4800">
                <a:solidFill>
                  <a:srgbClr val="FFFFFF"/>
                </a:solidFill>
                <a:latin typeface="Calibri"/>
              </a:rPr>
              <a:t>, </a:t>
            </a:r>
            <a:r>
              <a:rPr b="1" sz="4800">
                <a:solidFill>
                  <a:srgbClr val="FFFFFF"/>
                </a:solidFill>
                <a:latin typeface="Calibri"/>
              </a:rPr>
              <a:t>s-admiri lucrările</a:t>
            </a:r>
            <a:r>
              <a:rPr sz="4800">
                <a:solidFill>
                  <a:srgbClr val="FFFFFF"/>
                </a:solidFill>
                <a:latin typeface="Calibri"/>
              </a:rPr>
              <a:t>, cereşti.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Acuma eu Îţi sunt dator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4/4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Acuma eu Îţi sunt dator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Cu viaţa mea să-Ţi mulţumesc.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Şi mă închin căci Te ador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Şi tot ce am Îţi dăruiesc.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	</a:t>
            </a:r>
            <a:r>
              <a:rPr b="0" i="1"/>
              <a:t>Dorim să fim</a:t>
            </a:r>
            <a:r>
              <a:rPr b="0" i="0"/>
              <a:t>, </a:t>
            </a:r>
            <a:r>
              <a:rPr b="1" i="0"/>
              <a:t>dorim să fim</a:t>
            </a:r>
            <a:r>
              <a:rPr b="0" i="0"/>
              <a:t>, </a:t>
            </a:r>
            <a:r>
              <a:rPr b="0" i="1"/>
              <a:t>numai cu Tine</a:t>
            </a:r>
            <a:r>
              <a:rPr b="0" i="0"/>
              <a:t>, </a:t>
            </a:r>
            <a:r>
              <a:rPr b="1" i="0"/>
              <a:t>numai cu Tine</a:t>
            </a:r>
            <a:r>
              <a:rPr b="0" i="0"/>
              <a:t>,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</a:t>
            </a:r>
            <a:r>
              <a:rPr i="1" sz="4800">
                <a:solidFill>
                  <a:srgbClr val="FFFFFF"/>
                </a:solidFill>
                <a:latin typeface="Calibri"/>
              </a:rPr>
              <a:t>Dorim să fim</a:t>
            </a:r>
            <a:r>
              <a:rPr sz="4800">
                <a:solidFill>
                  <a:srgbClr val="FFFFFF"/>
                </a:solidFill>
                <a:latin typeface="Calibri"/>
              </a:rPr>
              <a:t>, </a:t>
            </a:r>
            <a:r>
              <a:rPr b="1" sz="4800">
                <a:solidFill>
                  <a:srgbClr val="FFFFFF"/>
                </a:solidFill>
                <a:latin typeface="Calibri"/>
              </a:rPr>
              <a:t>dorim să fim</a:t>
            </a:r>
            <a:r>
              <a:rPr sz="4800">
                <a:solidFill>
                  <a:srgbClr val="FFFFFF"/>
                </a:solidFill>
                <a:latin typeface="Calibri"/>
              </a:rPr>
              <a:t>, </a:t>
            </a:r>
            <a:r>
              <a:rPr i="1" sz="4800">
                <a:solidFill>
                  <a:srgbClr val="FFFFFF"/>
                </a:solidFill>
                <a:latin typeface="Calibri"/>
              </a:rPr>
              <a:t>numai cu Tine</a:t>
            </a:r>
            <a:r>
              <a:rPr sz="4800">
                <a:solidFill>
                  <a:srgbClr val="FFFFFF"/>
                </a:solidFill>
                <a:latin typeface="Calibri"/>
              </a:rPr>
              <a:t>, </a:t>
            </a:r>
            <a:r>
              <a:rPr b="1" sz="4800">
                <a:solidFill>
                  <a:srgbClr val="FFFFFF"/>
                </a:solidFill>
                <a:latin typeface="Calibri"/>
              </a:rPr>
              <a:t>numai cu Tine</a:t>
            </a:r>
            <a:r>
              <a:rPr sz="4800">
                <a:solidFill>
                  <a:srgbClr val="FFFFFF"/>
                </a:solidFill>
                <a:latin typeface="Calibri"/>
              </a:rPr>
              <a:t>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</a:t>
            </a:r>
            <a:r>
              <a:rPr i="1" sz="4800">
                <a:solidFill>
                  <a:srgbClr val="FFFFFF"/>
                </a:solidFill>
                <a:latin typeface="Calibri"/>
              </a:rPr>
              <a:t>Pe plaiurile</a:t>
            </a:r>
            <a:r>
              <a:rPr sz="4800">
                <a:solidFill>
                  <a:srgbClr val="FFFFFF"/>
                </a:solidFill>
                <a:latin typeface="Calibri"/>
              </a:rPr>
              <a:t>, </a:t>
            </a:r>
            <a:r>
              <a:rPr b="1" sz="4800">
                <a:solidFill>
                  <a:srgbClr val="FFFFFF"/>
                </a:solidFill>
                <a:latin typeface="Calibri"/>
              </a:rPr>
              <a:t>pe plaiurile</a:t>
            </a:r>
            <a:r>
              <a:rPr sz="4800">
                <a:solidFill>
                  <a:srgbClr val="FFFFFF"/>
                </a:solidFill>
                <a:latin typeface="Calibri"/>
              </a:rPr>
              <a:t>, </a:t>
            </a:r>
            <a:r>
              <a:rPr i="1" sz="4800">
                <a:solidFill>
                  <a:srgbClr val="FFFFFF"/>
                </a:solidFill>
                <a:latin typeface="Calibri"/>
              </a:rPr>
              <a:t>îngereşti</a:t>
            </a:r>
            <a:r>
              <a:rPr sz="4800">
                <a:solidFill>
                  <a:srgbClr val="FFFFFF"/>
                </a:solidFill>
                <a:latin typeface="Calibri"/>
              </a:rPr>
              <a:t>, </a:t>
            </a:r>
            <a:r>
              <a:rPr b="1" sz="4800">
                <a:solidFill>
                  <a:srgbClr val="FFFFFF"/>
                </a:solidFill>
                <a:latin typeface="Calibri"/>
              </a:rPr>
              <a:t>îngereşti</a:t>
            </a:r>
            <a:r>
              <a:rPr sz="4800">
                <a:solidFill>
                  <a:srgbClr val="FFFFFF"/>
                </a:solidFill>
                <a:latin typeface="Calibri"/>
              </a:rPr>
              <a:t>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</a:t>
            </a:r>
            <a:r>
              <a:rPr i="1" sz="4800">
                <a:solidFill>
                  <a:srgbClr val="FFFFFF"/>
                </a:solidFill>
                <a:latin typeface="Calibri"/>
              </a:rPr>
              <a:t>Acolo unde-i</a:t>
            </a:r>
            <a:r>
              <a:rPr sz="4800">
                <a:solidFill>
                  <a:srgbClr val="FFFFFF"/>
                </a:solidFill>
                <a:latin typeface="Calibri"/>
              </a:rPr>
              <a:t>, </a:t>
            </a:r>
            <a:r>
              <a:rPr b="1" sz="4800">
                <a:solidFill>
                  <a:srgbClr val="FFFFFF"/>
                </a:solidFill>
                <a:latin typeface="Calibri"/>
              </a:rPr>
              <a:t>acolo unde-i</a:t>
            </a:r>
            <a:r>
              <a:rPr sz="4800">
                <a:solidFill>
                  <a:srgbClr val="FFFFFF"/>
                </a:solidFill>
                <a:latin typeface="Calibri"/>
              </a:rPr>
              <a:t>, </a:t>
            </a:r>
            <a:r>
              <a:rPr i="1" sz="4800">
                <a:solidFill>
                  <a:srgbClr val="FFFFFF"/>
                </a:solidFill>
                <a:latin typeface="Calibri"/>
              </a:rPr>
              <a:t>numai bine</a:t>
            </a:r>
            <a:r>
              <a:rPr sz="4800">
                <a:solidFill>
                  <a:srgbClr val="FFFFFF"/>
                </a:solidFill>
                <a:latin typeface="Calibri"/>
              </a:rPr>
              <a:t>, </a:t>
            </a:r>
            <a:r>
              <a:rPr b="1" sz="4800">
                <a:solidFill>
                  <a:srgbClr val="FFFFFF"/>
                </a:solidFill>
                <a:latin typeface="Calibri"/>
              </a:rPr>
              <a:t>numai bine</a:t>
            </a:r>
            <a:r>
              <a:rPr sz="4800">
                <a:solidFill>
                  <a:srgbClr val="FFFFFF"/>
                </a:solidFill>
                <a:latin typeface="Calibri"/>
              </a:rPr>
              <a:t>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</a:t>
            </a:r>
            <a:r>
              <a:rPr i="1" sz="4800">
                <a:solidFill>
                  <a:srgbClr val="FFFFFF"/>
                </a:solidFill>
                <a:latin typeface="Calibri"/>
              </a:rPr>
              <a:t>S-admiri lucrările</a:t>
            </a:r>
            <a:r>
              <a:rPr sz="4800">
                <a:solidFill>
                  <a:srgbClr val="FFFFFF"/>
                </a:solidFill>
                <a:latin typeface="Calibri"/>
              </a:rPr>
              <a:t>, </a:t>
            </a:r>
            <a:r>
              <a:rPr b="1" sz="4800">
                <a:solidFill>
                  <a:srgbClr val="FFFFFF"/>
                </a:solidFill>
                <a:latin typeface="Calibri"/>
              </a:rPr>
              <a:t>s-admiri lucrările</a:t>
            </a:r>
            <a:r>
              <a:rPr sz="4800">
                <a:solidFill>
                  <a:srgbClr val="FFFFFF"/>
                </a:solidFill>
                <a:latin typeface="Calibri"/>
              </a:rPr>
              <a:t>, cereşti.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