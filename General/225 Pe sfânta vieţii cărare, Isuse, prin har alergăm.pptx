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Pe sfânta vieţii cărare, Isuse, prin har alergăm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sfânta vieţii cărare, Isuse, prin har alergăm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flori de iubire şi soare spre lauda Ta semănăm.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Spre lauda Ta, spre lauda Ta,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Spre lauda Ta, spre lauda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Isuse cu foc vom cânta.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veci Te slăvim, în veci Te iubim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harul pe care-l primim.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lupta cea bună-a credinţei ’napoi nicidecum să nu dăm,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lupta cea bună-a credinţei ’napoi nicidecum să nu dăm,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Suntem rânduiţi biruinţei, spre lauda Ta să cântăm.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Spre lauda Ta, spre lauda Ta,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Spre lauda Ta, spre lauda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Isuse cu foc vom cânta.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veci Te slăvim, în veci Te iubim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harul pe care-l primim.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Ne-ai pus în ogorul iubirii, poverile ei să purtăm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Ne-ai pus în ogorul iubirii, poverile ei să purtăm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fim la ’nălţimea trăirii, spre lauda Ta să cântăm.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Spre lauda Ta, spre lauda Ta,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Spre lauda Ta, spre lauda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Isuse cu foc vom cânta.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veci Te slăvim, în veci Te iubim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harul pe care-l primim.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toate-mpreună cu Tine, Isuse, ne-ai pus ca să stăm,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toate-mpreună cu Tine, Isuse, ne-ai pus ca să stăm,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Tine şi astăzi şi mâine spre lauda Ta noi cântăm.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Spre lauda Ta, spre lauda Ta,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Spre lauda Ta, spre lauda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Isuse cu foc vom cânta.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veci Te slăvim, în veci Te iubim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harul pe care-l primim.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