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Toate darurile de-aş avea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darurile de-aş avea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vorbesc în limbi, chiar munţi să mut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averea să o-împart de-aş vrea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dragoste nimic nu sunt.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Urmăriţi să aveţi dragostea,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pier în veci rămâne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ea nu primiţi cununa.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Răbdătoare este dragostea,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Răbdătoare este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Bunătate revarsă din plin,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Suferă şi crede toate,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Ea ne duce-n viaţă veşnică.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Urmăriţi să aveţi dragostea,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pier în veci rămâne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ea nu primiţi cununa.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rămân doar trei sunt acestea: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rămân doar trei sunt acestea: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Credinţa, nădejdea, dragostea.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mai mare între acestea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şi rămâne dragostea.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Urmăriţi să aveţi dragostea,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Toate pier în veci rămâne 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Urmăriţi să aveţi dragostea,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ea nu primiţi cununa.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