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 ce mai plângi când sunt aici cu 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 mai plângi când sunt aici cu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Copilul meu, de ce mai lăcrimezi?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Apropie-te azi cu mulțumire,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Oprește-ți plânsul, chiar de nu mă vezi!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Tu, prin credință, poți învinge totul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Tu, prin credință, poți învinge totul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Și, prin credință, viața s-o trăiești,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Dreptul de-a fi copil al Celui Veșnic,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Neprihănirea, prin ea le primești! :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Ridică-te din sac și din cenușă,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Ridică-te din sac și din cenușă,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te-am chemat ca să fii un învins,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te-am purtat pe brațe-atâta vreme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renunți acuma la sfârșit!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Tu, prin credință, poți zări Lumina,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Tu, prin credință, poți zări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dacă-n jurul tău s-a înnoptat,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orice boală poți afla salvarea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crezi in Domnul cu adevărat! :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 neclintită-ncredere-i credința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neclintită-ncredere-i credința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Asupra lucrurilor ce nu vezi;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de ea nu poți găsi plăcere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ochii Dumnezeului Ceresc!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Păzește-ți, dar, credința ta fierbinte,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Păzește-ți, dar, credința ta fierbinte,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Ca-n vremurile care vor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poți rămâne tare în picioare: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credința te va mântui! : 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