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Pământ avem o luptă ce-n Cuvânt e arătată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Pământ avem o luptă ce-n Cuvânt e arătată,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Lupta credinţei sfântă, ce de Domnul e trasată.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luptăm cu râvnă mare până Domnul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prin orice încercare doar luptând vom birui.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Hai, luptă, frate, luptă! Mai luptă, nu te da bătut,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Hai, luptă, frate, luptă! Mai luptă, nu te da bătut,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Spre Ţara Luminii ’nainte cu râvnă şi avânt.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Stai treaz şi veghează întruna până în zori de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C-atunci primi-vei cununa, când Domnul va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Pregătiţi să fim de luptă, scutul credinţei să-l avem,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Pregătiţi să fim de luptă, scutul credinţei să-l avem,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sabia Duhului ’nainte, în Domnul să ne-încredem,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Platoşa neprihănirii să fie de-a pururi cu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cap coiful mântuirii şi râvna Evangheliei.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Hai, luptă, frate, luptă! Mai luptă, nu te da bătut,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Hai, luptă, frate, luptă! Mai luptă, nu te da bătut,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Spre Ţara Luminii ’nainte cu râvnă şi avânt.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Stai treaz şi veghează întruna până în zori de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C-atunci primi-vei cununa, când Domnul va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slava eternă vor fi acei ce au învins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slava eternă vor fi acei ce au învins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Domnul le va da răsplata aşa cum le-a promis.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Veşnicia e aproape, curând Isus va reveni,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zorile vor apare, lupta se va sfârşi.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Hai, luptă, frate, luptă! Mai luptă, nu te da bătut,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Hai, luptă, frate, luptă! Mai luptă, nu te da bătut,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Spre Ţara Luminii ’nainte cu râvnă şi avânt.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Stai treaz şi veghează întruna până în zori de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C-atunci primi-vei cununa, când Domnul va veni.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