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M-ai regăsit şi m-ai scos din păcat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M-ai regăsit şi m-ai scos din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cântec nou de iubire mi-ai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 acum drumul nu-l mai greşesc,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viaţă nouă trăiesc.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Mi-ai dăruit mântuire deplin,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nimic mai sublim.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Acum eu pot spune o mare minune: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Tatăl m-aşteaptă în cer.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