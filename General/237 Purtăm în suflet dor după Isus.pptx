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Purtăm în suflet dor după Isus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Purtăm în suflet dor după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orice clipă-am vrea să fim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 ţara bucuriilor de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În ţara Noului Ierusalim.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Isuse, viaţa noastră ai aprins, </a:t>
            </a:r>
            <a:r>
              <a:rPr b="1" i="0"/>
              <a:t>Tu ai aprins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Isuse, viaţa noastră ai aprins, </a:t>
            </a:r>
            <a:r>
              <a:rPr b="1" sz="4800">
                <a:solidFill>
                  <a:srgbClr val="FFFFFF"/>
                </a:solidFill>
                <a:latin typeface="Calibri"/>
              </a:rPr>
              <a:t>Tu ai aprins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pe Satan şi moartea ai învins,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urma Ta şi noi vom birui,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până-n veci puterea noastră Tu vei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Mult nu mai e de-acum de aşteptat,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Mult nu mai e de-acum de aşteptat,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zorii-ncep a se ivi.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Şi val cu val oceanul de păcat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La glasul Lui pe veci s-o potoli.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Isuse, viaţa noastră ai aprins, </a:t>
            </a:r>
            <a:r>
              <a:rPr b="1" i="0"/>
              <a:t>Tu ai aprins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Isuse, viaţa noastră ai aprins, </a:t>
            </a:r>
            <a:r>
              <a:rPr b="1" sz="4800">
                <a:solidFill>
                  <a:srgbClr val="FFFFFF"/>
                </a:solidFill>
                <a:latin typeface="Calibri"/>
              </a:rPr>
              <a:t>Tu ai aprins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pe Satan şi moartea ai învins,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urma Ta şi noi vom birui,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până-n veci puterea noastră Tu vei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Un soare nou pe cer va răsări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soare nou pe cer va răsări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ochii încă n-au privit,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Iar neagra noapte se va risipi,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Isus, Isus, Isus a biruit.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Isuse, viaţa noastră ai aprins, </a:t>
            </a:r>
            <a:r>
              <a:rPr b="1" i="0"/>
              <a:t>Tu ai aprins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Isuse, viaţa noastră ai aprins, </a:t>
            </a:r>
            <a:r>
              <a:rPr b="1" sz="4800">
                <a:solidFill>
                  <a:srgbClr val="FFFFFF"/>
                </a:solidFill>
                <a:latin typeface="Calibri"/>
              </a:rPr>
              <a:t>Tu ai aprins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pe Satan şi moartea ai învins,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urma Ta şi noi vom birui,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până-n veci puterea noastră Tu vei fi.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