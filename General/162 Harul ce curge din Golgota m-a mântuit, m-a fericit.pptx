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Harul ce curge din Golgota m-a mântuit, m-a fericit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Harul ce curge din Golgota m-a mântuit, m-a fericit,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Aici Isus a fost morţii dat, păcatul meu El l-a ispăşit.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Harul, harul,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Harul, harul,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Harul e darul nemeritat.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Harul, harul,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veci cu Dumnezeu m-a-mpăcat.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Am fost zdrobit de al meu păcat, ce m-a apăsat, m-a chinuit,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fost zdrobit de al meu păcat, ce m-a apăsat, m-a chinuit,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la Isus eu am alergat, El mi-a dat pace şi m-a iubit.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Harul, harul,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Harul, harul,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Harul e darul nemeritat.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Harul, harul,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veci cu Dumnezeu m-a-mpăcat.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Tu, dragul meu, astăzi eşti chemat la acest har, ce este-un dar,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Tu, dragul meu, astăzi eşti chemat la acest har, ce este-un dar,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Pleacă-ţi genunchii şi inima, întinde-ţi mâna căci El e-al tău.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Harul, harul,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Harul, harul,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Harul e darul nemeritat.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Harul, harul,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veci cu Dumnezeu m-a-mpăcat.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