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Multă vreme am stat fără Domnul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Multă vreme am stat fără Domnul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Bucurie n-aveam în sufletul meu.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 fost şi o zi când eu L-am întâlnit,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Fericire atunci El mi-a dăruit.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Domnul Isus e Dragostea,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Domnul Isus e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Fericire dă-n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Când sunt trist doar El îmi poate da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Bucurie mereu, tot mereu.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Nici măcar nu ştiam că în Domnul Isus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 măcar nu ştiam că în Domnul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atâta iubire pentru noi,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eu am înţeles cât de mult m-a iubit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pe cruce-a murit, pentru mine-a murit.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Domnul Isus e Dragostea,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Domnul Isus e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Fericire dă-n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Când sunt trist doar El îmi poate da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Bucurie mereu, tot mereu.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necazuri apar, vin’ la Domnul Isus,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necazuri apar, vin’ la Domnul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ochi lacrima grea ţi-o şterge El.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oricare zi am din dragostea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 în viaţa mea El mi-a dăruit.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Domnul Isus e Dragostea,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Domnul Isus e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Fericire dă-n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Când sunt trist doar El îmi poate da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Bucurie mereu, tot mereu.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