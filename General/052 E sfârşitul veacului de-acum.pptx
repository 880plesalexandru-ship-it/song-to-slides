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 sfârşitul veacului de-acum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sfârşitul veacului de-acum,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Pământul este încă în mişcare,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ne mai cheamă căci e bun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sufletu-I e plin de îndurare.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Veniţi pământeni, veniţi la Mine azi!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pământeni, veniţi la Mine azi!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degrabă până ce e soare!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noapte şi zi aştept cu nerăbdare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 păcătos să pot să-i dau iertare.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ştim ceasul când El va veni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ştim ceasul când El va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ia pe cei aleşi în ceruri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Înspre ceruri vom călători,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vom lăsa totul,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Veniţi pământeni, veniţi la Mine azi!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pământeni, veniţi la Mine azi!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degrabă până ce e soare!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noapte şi zi aştept cu nerăbdare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 păcătos să pot să-i dau iertare.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Deci, grăbiţi-vă, veniţi acum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Deci, grăbiţi-vă, veniţi 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porţile sunt încă larg deschise,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Trebuie s-alegem strâmtul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bucuriile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Veniţi pământeni, veniţi la Mine azi!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pământeni, veniţi la Mine azi!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degrabă până ce e soare!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noapte şi zi aştept cu nerăbdare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 păcătos să pot să-i dau iertare.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