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calea spre cer ades întâlnim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calea spre cer ades întâlnim,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nori și furtuni dar și cer senin.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când e mai greu cu ochii în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Privim prin credință la Domnul Isus.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Nu-ți pierde credința din inima ta,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Nu-ți pierde credința din inima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vezi norii grei cum se-adună.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rabdă puțin căci zorile 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Curând va fi iarăși lumină.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Nu-i calea cu flori dar sus în splendori.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Nu-i calea cu flori dar sus în splendori.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Ne-așteaptă Isus așa cum ne-a spus.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El a plecat la cer s-a înălțat,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știm că-ntr-o zi din nou va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Nu-ți pierde credința din inima 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Nu-ți pierde credința din inima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vezi norii grei cum se-adună.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rabdă puțin căci zorile 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Curând va fi iarăși lumină.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Și chiar dacă azi curg lacrimi pe-obraz,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chiar dacă azi curg lacrimi pe-obraz,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Rămâi credincios în luptă fi treaz.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mari bucuri vor fi-n-aceea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cei întristați vor fi mângâiați.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Nu-ți pierde credința din inima ta,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Nu-ți pierde credința din inima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vezi norii grei cum se-adună.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rabdă puțin căci zorile 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Curând va fi iarăși lumină.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 calea spre cer sunt mulți ce-au pornit,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calea spre cer sunt mulți ce-au pornit,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Și-au dat înapoi acum la sfârșit.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Întreabă-te acum mai mergi pe-acest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care s-a dus și Domnul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Nu-ți pierde credința din inima ta,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Nu-ți pierde credința din inima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vezi norii grei cum se-adună.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rabdă puțin căci zorile 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Curând va fi iarăși lumină.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