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Privesc în zare cerul luminos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Privesc în zare cerul luminos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inima-mi cântă-aşa voios,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Despre iubirea Domnului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pe cruce pace ne-a adus.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El e slava mea</a:t>
            </a:r>
            <a:r>
              <a:rPr b="0" i="0"/>
              <a:t>, </a:t>
            </a:r>
            <a:r>
              <a:rPr b="1" i="0"/>
              <a:t>El e slava mea</a:t>
            </a:r>
            <a:r>
              <a:rPr b="0" i="0"/>
              <a:t>,</a:t>
            </a:r>
            <a:r>
              <a:rPr b="0" i="1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e slava mea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e slava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nădejdea mea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nădejdea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e lauda mea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e lauda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tăria mea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tăria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popoarele lumii să se-ncreadă-n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mă-ncred doar în Domnul ştiu că nu greşesc.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Prin scumpul sânge ce Tu l-ai vărsat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scumpul sânge ce Tu l-ai vărsat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Iertare sfântă, pace am aflat,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M-ai curăţit Tu de al meu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fericit azi fiindcă sunt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El e slava mea</a:t>
            </a:r>
            <a:r>
              <a:rPr b="0" i="0"/>
              <a:t>, </a:t>
            </a:r>
            <a:r>
              <a:rPr b="1" i="0"/>
              <a:t>El e slava mea</a:t>
            </a:r>
            <a:r>
              <a:rPr b="0" i="0"/>
              <a:t>,</a:t>
            </a:r>
            <a:r>
              <a:rPr b="0" i="1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e slava mea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e slava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i="1" sz="480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nădejdea mea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nădejdea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e lauda mea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e lauda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 tăria mea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 tăria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popoarele lumii să se-ncreadă-n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mă-ncred doar în Domnul ştiu că nu greşesc.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