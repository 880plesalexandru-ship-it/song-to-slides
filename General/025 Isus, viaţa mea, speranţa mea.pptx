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Isus, viaţa mea, speranţa mea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Isus, viaţa mea, speranţa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nădejdea mea, iubirea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Isus, lumina mea, tăria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iertarea mea, dreptatea mea.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Fie onorat</a:t>
            </a:r>
            <a:r>
              <a:rPr b="0" i="0"/>
              <a:t>, </a:t>
            </a:r>
            <a:r>
              <a:rPr b="1" i="0"/>
              <a:t>onorat</a:t>
            </a:r>
            <a:r>
              <a:rPr b="0" i="0"/>
              <a:t>,</a:t>
            </a:r>
            <a:r>
              <a:rPr b="0" i="1"/>
              <a:t> Isus Domnul meu</a:t>
            </a:r>
            <a:r>
              <a:rPr b="0" i="0"/>
              <a:t>,</a:t>
            </a:r>
            <a:r>
              <a:rPr b="0" i="1"/>
              <a:t> </a:t>
            </a:r>
            <a:r>
              <a:rPr b="1" i="0"/>
              <a:t>Domnul meu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Fie onorat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onorat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Isus 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Cel ce m-a salvat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m-a salvat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din orişicare rău.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Doamne, Te iubesc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Te iubesc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cinste-Ţi dăruiesc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dăruiesc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Ţie mă silesc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mă silesc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pe Tine Te vestesc.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E Isus al tău? Te întreb amicul meu.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 Isus al tău? Te întreb amicul meu.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Eşti gata ca să-I cânţi la bine şi la greu?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 Isus lumina ta? Tu crede-n jertfa Sa!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Amicul meu cel drag să îţi răspunzi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 Isus al tău? Te întreb, amicul meu,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Eşti gata ca să-I cânţi la bine şi la greu?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Fie onorat</a:t>
            </a:r>
            <a:r>
              <a:rPr b="0" i="0"/>
              <a:t>, </a:t>
            </a:r>
            <a:r>
              <a:rPr b="1" i="0"/>
              <a:t>onorat</a:t>
            </a:r>
            <a:r>
              <a:rPr b="0" i="0"/>
              <a:t>,</a:t>
            </a:r>
            <a:r>
              <a:rPr b="0" i="1"/>
              <a:t> Isus Domnul meu</a:t>
            </a:r>
            <a:r>
              <a:rPr b="0" i="0"/>
              <a:t>,</a:t>
            </a:r>
            <a:r>
              <a:rPr b="0" i="1"/>
              <a:t> </a:t>
            </a:r>
            <a:r>
              <a:rPr b="1" i="0"/>
              <a:t>Domnul meu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Fie onorat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onorat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Isus 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Cel ce m-a salvat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m-a salvat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din orişicare rău.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Doamne, Te iubesc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Te iubesc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cinste-Ţi dăruiesc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dăruiesc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Ţie mă silesc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mă silesc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pe Tine Te vestesc.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Isus, comoara mea ce mă umbreşti,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Isus, comoara mea ce mă umbreşti,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iei sub paza Ta, mă ocroteşti.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Isus, cântarea mea, eşti lauda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învierea mea, eşti lauda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Fie onorat</a:t>
            </a:r>
            <a:r>
              <a:rPr b="0" i="0"/>
              <a:t>, </a:t>
            </a:r>
            <a:r>
              <a:rPr b="1" i="0"/>
              <a:t>onorat</a:t>
            </a:r>
            <a:r>
              <a:rPr b="0" i="0"/>
              <a:t>,</a:t>
            </a:r>
            <a:r>
              <a:rPr b="0" i="1"/>
              <a:t> Isus Domnul meu</a:t>
            </a:r>
            <a:r>
              <a:rPr b="0" i="0"/>
              <a:t>,</a:t>
            </a:r>
            <a:r>
              <a:rPr b="0" i="1"/>
              <a:t> </a:t>
            </a:r>
            <a:r>
              <a:rPr b="1" i="0"/>
              <a:t>Domnul meu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Fie onorat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onorat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Isus 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Cel ce m-a salvat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m-a salvat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din orişicare rău.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Doamne, Te iubesc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Te iubesc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cinste-Ţi dăruiesc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dăruiesc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Ţie mă silesc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mă silesc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pe Tine Te vestesc.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E Isus al tău, e al tău Mântuitor?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 Isus al tău, e al tău Mântuitor?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Te-ntreb de Îl primeşti măreţ ocrotitor.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Este învierea ta, urmezi pe calea Sa?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Schimbări ai observat în viaţa ta?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 Isus al Tău? Te întreb, amicul meu,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Eşti gata ca să-I cânţi la bine şi la greu?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Fie onorat</a:t>
            </a:r>
            <a:r>
              <a:rPr b="0" i="0"/>
              <a:t>, </a:t>
            </a:r>
            <a:r>
              <a:rPr b="1" i="0"/>
              <a:t>onorat</a:t>
            </a:r>
            <a:r>
              <a:rPr b="0" i="0"/>
              <a:t>,</a:t>
            </a:r>
            <a:r>
              <a:rPr b="0" i="1"/>
              <a:t> Isus Domnul meu</a:t>
            </a:r>
            <a:r>
              <a:rPr b="0" i="0"/>
              <a:t>,</a:t>
            </a:r>
            <a:r>
              <a:rPr b="0" i="1"/>
              <a:t> </a:t>
            </a:r>
            <a:r>
              <a:rPr b="1" i="0"/>
              <a:t>Domnul meu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Fie onorat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onorat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Isus 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Cel ce m-a salvat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m-a salvat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din orişicare rău.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Doamne, Te iubesc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Te iubesc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cinste-Ţi dăruiesc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dăruiesc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Ţie mă silesc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mă silesc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pe Tine Te vestesc.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