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revărsatul zorilor, în mireasma crinilor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revărsatul zorilor, în mireasma crinilor,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înger a venit, piatra rostogolind.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Duhul Sfânt din Dumnezeu Te-a înviat din morţi,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viu, eşti cel dintâi, Isus, cununa vieţii porţi.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înviat Isus, viaţa-am primit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înviat Isus, viaţa-am primit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pot fi mântuit, fii în veci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Prin înviere ai învins, eşti Domn al domnilor,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înviere ai învins, eşti Domn al domnilor,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 biruitor, Rege al regilor.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înviat, Te-ai înălţat şi-ai să revii,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Curând, aşa cum ne-ai promis, să ne iei de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înviat Isus, viaţa-am primit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înviat Isus, viaţa-am primit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pot fi mântuit, fii în veci slăvit.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