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 bucurie eu cânt Domnului, din toată inima mea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bucurie eu cânt Domnului, din toată inima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mântuit de păcate iertat, veşnic Îl voi lăuda,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prin vre-un merit al meu am ajuns, să-I înţeleg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Cuvântul Său inima mi-a străpuns,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Fiu sunt prin graţia Sa...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Lăudaţi-L pe Domnul, lăudaţi cu putere pe Cel ce viaţă ne-a dat,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Lăudaţi-L pe Domnul, lăudaţi cu putere pe Cel ce viaţă ne-a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Vrednic de laudă în veci va rămâne, peste domnitori, Împărat;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Lăudaţi-L pe Domnul, lăudaţi cu putere, Cuvântul vieţii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bucurie să ştii, harul nu s-a 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Dragostea Lui e aceeaşi şi azi, pentru orice păcătos,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 Lui e aceeaşi şi azi, pentru orice păcătos,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Cuvântul Său e deplin încercat, Calea este Hristos,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Faptele bune nu sunt îndeajuns, pentru a ne salva,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prin har am fost mântuiţi,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Crezând în jertfa Sa...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Lăudaţi-L pe Domnul, lăudaţi cu putere pe Cel ce viaţă ne-a dat,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Lăudaţi-L pe Domnul, lăudaţi cu putere pe Cel ce viaţă ne-a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Vrednic de laudă în veci va rămâne, peste domnitori, Împărat;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Lăudaţi-L pe Domnul, lăudaţi cu putere, Cuvântul vieţii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bucurie să ştii, harul nu s-a 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Ştim că-ntr-o zi harul va fi luat, darul lui Dumnezeu,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Ştim că-ntr-o zi harul va fi luat, darul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fi târziu pentru ce-i ce vor vrea, să spună „Cred şi eu”,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te cheamă pe nume acum, vino predă-ţi inima,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Cei mântuiţi te aşteaptă pe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 cu noi aşa...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Lăudaţi-L pe Domnul, lăudaţi cu putere pe Cel ce viaţă ne-a dat,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Lăudaţi-L pe Domnul, lăudaţi cu putere pe Cel ce viaţă ne-a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Vrednic de laudă în veci va rămâne, peste domnitori, Împărat;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Lăudaţi-L pe Domnul, lăudaţi cu putere, Cuvântul vieţii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bucurie să ştii, harul nu s-a sfârşit.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