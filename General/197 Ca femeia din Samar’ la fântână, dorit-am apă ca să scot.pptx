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Ca femeia din Samar’ la fântână, dorit-am apă ca să scot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femeia din Samar’ la fântână, dorit-am apă ca să scot,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vocea lui Isus răsună: „Din apa vieţii ca să-ţi dau, Eu pot.”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Dă-mi, Isuse, apă vie, ’stâmpără-mi Tu sufletul arzând!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Dă-mi, Isuse, apă vie, ’stâmpără-mi Tu sufletul arzând!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Cred, o, Doamne, că Tu eşti Profetul ce-ai adus iubirea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„Unde-i, Doamne, locul sfânt de-nchinare? La munte sau în văi adânci?”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„Unde-i, Doamne, locul sfânt de-nchinare? La munte sau în văi adânci?”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„O, nu, ci-n suflete smerite şi-n jertfa unei aplecate frunţi.”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Dă-mi, Isuse, apă vie, ’stâmpără-mi Tu sufletul arzând!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Dă-mi, Isuse, apă vie, ’stâmpără-mi Tu sufletul arzând!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Cred, o, Doamne, că Tu eşti Profetul ce-ai adus iubirea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 prieten, care cauţi fericirea, izvorul e în Domnul Sfânt,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 prieten, care cauţi fericirea, izvorul e în Domnul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slăvitul nostru Mire, ce din înalt veni jos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Dă-mi, Isuse, apă vie, ’stâmpără-mi Tu sufletul arzând!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Dă-mi, Isuse, apă vie, ’stâmpără-mi Tu sufletul arzând!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Cred, o, Doamne, că Tu eşti Profetul ce-ai adus iubirea pe Pământ.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