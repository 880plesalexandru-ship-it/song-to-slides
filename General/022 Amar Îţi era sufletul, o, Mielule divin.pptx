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Amar Îţi era sufletul, o, Mielule divin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Amar Îţi era sufletul, o, Mielule divin,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ai intrat în Gheţimani să-L rogi pe Tatăl Sfânt: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„De-i cu putinţă ca paharul greu să treacă,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Dar totuşi voia Ta, o, Sfinte Tată să se facă!”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du-mă, Doamne, şi pe mine-n Gheţimani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du-mă, Doamne, şi pe mine-n Gheţimani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Să-mi arăţi şi mie unde Te-ai rugat.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Du-mă la Golgota pe sinistrul munte,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să plâng la cruce unde ai răbdat.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Noi nu cunoaştem preţul şi nici nu-l vom şti nicicând.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nu cunoaştem preţul şi nici nu-l vom şti nicicând.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Vândutu-L-ai tu, Iuda, pentru treizeci de-arginţi.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Intrară în grădină-o gloată mare de avari,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Te prinseră şi duseră ca şi pe un tâlhar.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du-mă, Doamne, şi pe mine-n Gheţimani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du-mă, Doamne, şi pe mine-n Gheţimani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Să-mi arăţi şi mie unde Te-ai rugat.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Du-mă la Golgota pe sinistrul munte,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să plâng la cruce unde ai răbdat.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dimineaţa era tristă, noaptea dispăru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dimineaţa era tristă, noaptea dispăru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Învăluită în misterul albei dimineţi.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Privighetoarea tristă nu-şi mai cântă vechiul glas,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în grădina Gheţimani doar lacrimi au rămas.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O, du-mă, Doamne, şi pe mine-n Gheţimani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O, du-mă, Doamne, şi pe mine-n Gheţimani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Să-mi arăţi şi mie unde Te-ai rugat.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Du-mă la Golgota pe sinistrul munte,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Ca să plâng la cruce unde ai răbdat.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