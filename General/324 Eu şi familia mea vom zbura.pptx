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Eu şi familia mea vom zbura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Sus într-o zi, pe nori va 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orice ochi, înspre cer va privi,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Mamă şi tată, soră şi frate,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fi schimbaţi, în trupuri de slavă.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Eu şi familia mea vom zbura,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şi familia mea vom zbura,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faţa divinului tron noi vom sta,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Domnul va spune,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Robi buni şi credincioşi,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Familia mea, în ceruri va 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Cei morţi cu toţii, vor învia,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Cei morţi cu toţii, vor învia,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Sărăci şi bogaţi Îl vor întâmpina,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Bunici şi nepoţi, vecini şi prieteni,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acea zi se vor reîntâlni.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Eu şi familia mea vom zbura,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şi familia mea vom zbura,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faţa divinului tron noi vom sta,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Domnul va spune,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Robi buni şi credincioşi,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Familia mea, în ceruri va 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Toate-or rămâne, aici pe Pământ,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Toate-or rămâne, aici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Casă, maşină, arde-vor toate,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lui Isus, am făcut va sta,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de aceea spre cer vom zbura.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Eu şi familia mea vom zbura,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şi familia mea vom zbura,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faţa divinului tron noi vom sta,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Domnul va spune,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Robi buni şi credincioşi,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Familia mea, în ceruri va 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