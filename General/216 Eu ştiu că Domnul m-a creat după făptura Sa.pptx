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Eu ştiu că Domnul m-a creat după făptura 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Eu ştiu că Domnul m-a creat după făptura Sa,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e olarul inimii, El ştie ce e-n ea.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/: Cântă inimă şi spune marea minune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Cântă inimă şi spune marea minune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   La toată lumea, de dragostea Domnului.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Eu ştiu că Domnul este Sfânt, noi nu-L putem vedea,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Eu ştiu că Domnul este Sfânt, noi nu-L putem vedea,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e lumina ochilor, e-n inima mea şi-a 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/: Cântă inimă şi spune marea minune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Cântă inimă şi spune marea minune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   La toată lumea, de dragostea Domnului.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Eu ştiu că Domnul e aici, mă ţine să nu cad,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Eu ştiu că Domnul e aici, mă ţine să nu cad,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e cu noi la orice pas, ne scapă din necaz.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/: Cântă inimă şi spune marea minune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Cântă inimă şi spune marea minune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   La toată lumea, de dragostea Domnului.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Eu ştiu că Domnul e aici, ne spune Biblia.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Eu ştiu că Domnul e aici, ne spune Biblia.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Prieten bun în ceasul greu e şi va fi mereu.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/: Cântă inimă şi spune marea minune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Cântă inimă şi spune marea minune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   La toată lumea, de dragostea Domnului.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Eu ştiu că Domnul e aici, El e Păstorul meu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5/6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Eu ştiu că Domnul e aici, El e Păstorul meu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munţii de s-ar clătina El poartă grija mea.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/: Cântă inimă şi spune marea minune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Cântă inimă şi spune marea minune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   La toată lumea, de dragostea Domnului.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Când viaţa aici se va sfârşi vom trece-n veşnicii,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6/6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viaţa aici se va sfârşi vom trece-n veşnicii,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Atuncea noi Îl vom vedea, când înnoiţi vom fi.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/: Cântă inimă şi spune marea minune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Cântă inimă şi spune marea minune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   La toată lumea, de dragostea Domnului. :/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