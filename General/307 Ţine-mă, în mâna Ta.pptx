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Ţine-mă, în mâna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Ţine-mă, în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m-ascunzi, întinde-Ţi aripa,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oceanele cumplit vuiesc,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oceanele cumplit vuiesc,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 dă-mi puteri să biruiesc,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Tată ştiu că Tu eşti vegheator,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Stau liniştit, ştiu că eşti Domn!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Doar în Hristos mă odihnesc,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în Hristos mă odihnesc,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Puterea Sa în linişte-o găsesc,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oceanele cumplit vuiesc,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oceanele cumplit vuiesc,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 dă-mi puteri să biruiesc,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Tată ştiu că Tu eşti vegheator,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Stau liniştit, ştiu că eşti Domn!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