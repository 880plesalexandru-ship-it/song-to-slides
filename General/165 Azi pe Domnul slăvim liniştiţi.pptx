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Azi pe Domnul slăvim liniştiţi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pe Domnul slăvim liniştiţi,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Liniştiţi vizităm adunarea.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Sa Cineva a jertfit,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Distrugând a Satanei jurare.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Ei în ei absolut nu sperau,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Ei în ei absolut nu sperau,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Isus se-ncredeau mucenicii.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Domnul la moarte mergeau,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El preferau drumul crucii.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Ani treceau, dar cu ei către nori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Ani treceau, dar cu ei către nori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duceau credincioşi slujitorii,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dureri, înjosiri şi nevoi,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le-a fost drumul de glorii.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Ei în ei absolut nu sperau,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Ei în ei absolut nu sperau,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Isus se-ncredeau mucenicii.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Domnul la moarte mergeau,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El preferau drumul crucii.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vieţile lor să privim,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vieţile lor să privim,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credinţa lor mare şi tare.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în viaţă mereu să găsim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exemplu în ei fiecare.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Ei în ei absolut nu sperau,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Ei în ei absolut nu sperau,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Isus se-ncredeau mucenicii.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Domnul la moarte mergeau,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El preferau drumul crucii.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