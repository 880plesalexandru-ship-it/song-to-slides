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Roagă-te fără-ncetare, roagă-te mereu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Roagă-te fără-ncetare, roagă-te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Stai şi-aşteaptă cu răbdare să-ţi vorbească Dumnezeu.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Rugăciunea cu credinţă îţi aduce biruinţă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Rugăciunea cu credinţă îţi aduce biruinţă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te rogi cu stăruinţă,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Rugăciunea-i ascultată când de post e-încununată,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cu lacrimi e udată.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Roagă-te soră şi frate, roagă-te mereu,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Roagă-te soră şi frate, roagă-te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acel ce totul poate, e unul singur,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Chiar şi de te rogi în şoaptă, pe genunchi stai şi aşteaptă,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Chiar şi de te rogi în şoaptă, pe genunchi stai şi aşteaptă,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 fecioară înţeleaptă!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Chiar dacă mai zăboveşte ce-a promis El împlineşte,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Domnul nu te părăseşte.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Rugăciunea este cheia ce deschide cerul sfânt,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Rugăciunea este cheia ce deschide cerul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Est-un har pentru aceia ce trăiesc după Cuvânt.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Rugăciunea-i mulţumire, rugăciunea e iubire,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Rugăciunea-i mulţumire, rugăciunea e iubire,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Rugăciunea e jertfire,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Rugăciunea-i umilinţă, dragoste, recunoştinţă,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Rugăciunea-i pocăinţă.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