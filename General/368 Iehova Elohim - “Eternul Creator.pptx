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Iehova Elohim - “Eternul Creator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Iehova Elohim - “Eternul Creator”,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Iehova Adonai: -„Domnul Puternic”,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 e Iehova Şhur:- „Stânca Veacurilor”,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 e Iehova, Atotputernic Domn!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Cânt Aleluia, cânt Aleluia,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Cânt Aleluia, cânt Aleluia,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Cânt Aleluia, cânt Aleluia,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 e Iehova, Domnul Puternic,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 e Iehova, Domnul ce m-a iubit!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E Marele: „Eu Sunt” - Tatăl lui Avraam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 Marele: „Eu Sunt” - Tatăl lui Avraam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Iehova-Shalom: „Domnul e Pacea”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Iehova Rohi: “Domnul, Păstorul meu”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 e Iehova, singurul Dumnezeu!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Cânt Aleluia, cânt Aleluia,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Cânt Aleluia, cânt Aleluia,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Cânt Aleluia, cânt Aleluia,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 e Iehova, Domnul Puternic,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 e Iehova, Domnul ce m-a iubit!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1"/>
              <a:t>Iehova Iire – “Poartă de grijă”</a:t>
            </a:r>
            <a:r>
              <a:rPr b="0" i="1"/>
              <a:t>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Iehova Iire – “Poartă de grijă”</a:t>
            </a:r>
            <a:r>
              <a:rPr i="1"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Iehova Rafa- “Domnul mă vindecă”</a:t>
            </a:r>
            <a:r>
              <a:rPr i="1"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Iehova Nissi- “Domnul e steagul meu”,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Ie</a:t>
            </a:r>
            <a:r>
              <a:rPr sz="4800">
                <a:solidFill>
                  <a:srgbClr val="FFFFFF"/>
                </a:solidFill>
                <a:latin typeface="Calibri"/>
              </a:rPr>
              <a:t>hova Shama- “Aici e Dumnezeu.”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Cânt Aleluia, cânt Aleluia,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Cânt Aleluia, cânt Aleluia,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Cânt Aleluia, cânt Aleluia,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 e Iehova, Domnul Puternic,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 e Iehova, Domnul ce m-a iubit!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1" i="0"/>
              <a:t>Iehova </a:t>
            </a:r>
            <a:r>
              <a:rPr b="1" i="0"/>
              <a:t>Ts</a:t>
            </a:r>
            <a:r>
              <a:rPr b="1" i="0"/>
              <a:t>idkhenu: „</a:t>
            </a:r>
            <a:r>
              <a:rPr b="1" i="0"/>
              <a:t>E drept</a:t>
            </a:r>
            <a:r>
              <a:rPr b="1" i="0"/>
              <a:t> Judecător”</a:t>
            </a:r>
            <a:r>
              <a:rPr b="1" i="0"/>
              <a:t>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Iehova </a:t>
            </a:r>
            <a:r>
              <a:rPr b="1" sz="4800">
                <a:solidFill>
                  <a:srgbClr val="FFFFFF"/>
                </a:solidFill>
                <a:latin typeface="Calibri"/>
              </a:rPr>
              <a:t>Ts</a:t>
            </a:r>
            <a:r>
              <a:rPr b="1" sz="4800">
                <a:solidFill>
                  <a:srgbClr val="FFFFFF"/>
                </a:solidFill>
                <a:latin typeface="Calibri"/>
              </a:rPr>
              <a:t>idkhenu: „</a:t>
            </a:r>
            <a:r>
              <a:rPr b="1" sz="4800">
                <a:solidFill>
                  <a:srgbClr val="FFFFFF"/>
                </a:solidFill>
                <a:latin typeface="Calibri"/>
              </a:rPr>
              <a:t>E drept</a:t>
            </a:r>
            <a:r>
              <a:rPr b="1" sz="4800">
                <a:solidFill>
                  <a:srgbClr val="FFFFFF"/>
                </a:solidFill>
                <a:latin typeface="Calibri"/>
              </a:rPr>
              <a:t> Judecător”</a:t>
            </a:r>
            <a:r>
              <a:rPr b="1"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Iehova Sa</a:t>
            </a:r>
            <a:r>
              <a:rPr b="1" sz="4800">
                <a:solidFill>
                  <a:srgbClr val="FFFFFF"/>
                </a:solidFill>
                <a:latin typeface="Calibri"/>
              </a:rPr>
              <a:t>b</a:t>
            </a:r>
            <a:r>
              <a:rPr b="1" sz="4800">
                <a:solidFill>
                  <a:srgbClr val="FFFFFF"/>
                </a:solidFill>
                <a:latin typeface="Calibri"/>
              </a:rPr>
              <a:t>aoth: „Domnul </a:t>
            </a:r>
            <a:r>
              <a:rPr b="1" sz="4800">
                <a:solidFill>
                  <a:srgbClr val="FFFFFF"/>
                </a:solidFill>
                <a:latin typeface="Calibri"/>
              </a:rPr>
              <a:t>Oștirilor</a:t>
            </a:r>
            <a:r>
              <a:rPr b="1" sz="4800">
                <a:solidFill>
                  <a:srgbClr val="FFFFFF"/>
                </a:solidFill>
                <a:latin typeface="Calibri"/>
              </a:rPr>
              <a:t>”</a:t>
            </a:r>
            <a:r>
              <a:rPr b="1"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Iehova Hoshenu: „Al nostru Creator”,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El e</a:t>
            </a:r>
            <a:r>
              <a:rPr sz="4800">
                <a:solidFill>
                  <a:srgbClr val="FFFFFF"/>
                </a:solidFill>
                <a:latin typeface="Calibri"/>
              </a:rPr>
              <a:t> Iehova, al nostru Salvator!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Cânt Aleluia, cânt Aleluia,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Cânt Aleluia, cânt Aleluia,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Cânt Aleluia, cânt Aleluia,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 e Iehova, Domnul Puternic,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 e Iehova, Domnul ce m-a iubit!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