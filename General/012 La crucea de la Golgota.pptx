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La crucea de la Golgota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crucea de la Golgota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 vin să-Ţi mulţumesc cu viaţa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obosit de-al meu păcat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Sufletul mi-e-îndurerat... ajută-mă!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Trimite-mi, Doamne, har din cer,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Trimite-mi, Doamne, har din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Dă-mi mângâiere să nu pier,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Primeşte viaţa mea în dar la cruce, la Calvar!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Sfinţeşte, Doamne, fiinţa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pot să stau ’naintea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Să-Ţi mulţumesc că m-ai răscumpărat.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Sunt călător pe-acest Pământ,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călător pe-acest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fi tristă inimă, nu dispera!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Stai lângă cruce, nu uita,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te va mângâia, inima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Trimite-mi, Doamne, har din cer,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Trimite-mi, Doamne, har din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Dă-mi mângâiere să nu pier,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Primeşte viaţa mea în dar la cruce, la Calvar!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Sfinţeşte, Doamne, fiinţa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pot să stau ’naintea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Să-Ţi mulţumesc că m-ai răscumpărat.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