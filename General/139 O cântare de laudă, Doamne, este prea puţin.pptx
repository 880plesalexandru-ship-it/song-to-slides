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O cântare de laudă, Doamne, este prea puţin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cântare de laudă, Doamne, este prea puţin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ofrandă să-Ţi închin.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Ajută-mă să-mplinesc tot ce buzele-mi rostesc,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Fapta mea să oglindească voia Ta veşnic în viaţa mea.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Doamne mare, Doamne mare, noi Te lăudăm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Doamne mare, Doamne mare, noi Te lăudăm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implorăm prezenţa 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orice durere şi în încercări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Dă-ne Tu din pacea 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 cântare de laudă cred că este prea puţin,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cântare de laudă cred că este prea puţin,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aceea azi eu vin inima mea să-Ţi închin.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Sufletul şi cugetul Te vor lăuda mereu în viaţa mea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că Tu eşti în 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Doamne mare, Doamne mare, noi Te lăudăm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Doamne mare, Doamne mare, noi Te lăudăm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implorăm prezenţa 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orice durere şi în încercări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Dă-ne Tu din pacea 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