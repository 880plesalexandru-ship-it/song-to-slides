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Eu Te iubesc, mila Ta e nesfârșită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Te iubesc, mila Ta e nesfârșită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Zi de zi Tu mă ții în mâna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zorii dimineții Și până când adorm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 cânt bunătatea 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Căci Tu mereu ai fost cu mine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Tu mereu ai fost cu mine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mereu ai fost atât de bun!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cât eu voi avea suflare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 cânt bunătatea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Cu vocea Ta m-ai condus prin încercare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vocea Ta m-ai condus prin încercare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Și-n noaptea grea lângă mine Tu ai fost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Noi Te avem ca Tată te știm ca Prieten bun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Am trăit în bunătatea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Căci Tu mereu ai fost cu mine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Tu mereu ai fost cu mine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mereu ai fost atât de bun!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cât eu voi avea suflare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 cânt bunătatea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Isus, mă copleșești cu bunătatea Ta :/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Isus, mă copleșești cu bunătatea Ta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Mă aplec acum, Ție mă închin cu totul mă predau,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Isus, mă copleșești cu bunătatea Ta!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Căci Tu mereu ai fost cu mine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Tu mereu ai fost cu mine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Tu mereu ai fost atât de bun!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Și cât eu voi avea suflare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 cânt bunătatea 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