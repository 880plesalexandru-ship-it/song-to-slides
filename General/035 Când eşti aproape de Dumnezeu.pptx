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Când eşti aproape de Dumnezeu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eşti aproape de Dumnezeu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Nimic în viaţă nu-ţi este greu.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ai pe Isus totu-i frumos,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El e viaţa – Isus Hristos.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vei avea din fericiri cu Dumnezeu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vei avea din fericiri cu Dumnezeu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Dacă nu stai mereu cu El pe calea 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Dacă-i aşa, întoarce-te şi nu pleca,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iubeşte fiinţa ta, nu uita!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Priveşte jertfa din Golgota,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Priveşte jertfa din Golgota,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Îţi dă viaţă prin moartea 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se mai poate, mai este 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Încă iertarea se dă în dar.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te opri, gândeşte-te ce-ai fost, ce eşti,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te opri, gândeşte-te ce-ai fost, ce 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te-îndeamnă să păşeşti pe calea 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vine iar şi vei uita de-acest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Te vei-nălţa la Cel Preasfânt în curând.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