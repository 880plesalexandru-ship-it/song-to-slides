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Grăbeşte timpul ca un nor, de nimeni nu-i oprit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Grăbeşte timpul ca un nor, de nimeni nu-i oprit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anii tăi se duc în zbor, se duc în infinit.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grabă trece viaţa ta şi ziua ta s-a dus,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grabă trece viaţa ta şi ziua ta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vino azi în plină zi la crucea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Păcatul tău îţi dă curând doar jale şi dureri,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Păcatul tău îţi dă curând doar jale şi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fiul cel pierdut l-a frânt în aspre sfâşieri.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grabă trece viaţa ta şi ziua ta s-a dus,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grabă trece viaţa ta şi ziua ta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vino azi în plină zi la crucea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te-aşteaptă răbdător, de El tu eşti iubit.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te-aşteaptă răbdător, de El tu eşti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lua păcatu-aşa uşor când El l-a ispăşit.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grabă trece viaţa ta şi ziua ta s-a dus,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grabă trece viaţa ta şi ziua ta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vino azi în plină zi la crucea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îţi e Mântuitor, pe cruce-a sângerat,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îţi e Mântuitor, pe cruce-a sângerat,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crede-n El ca Salvator, de El vei fi iertat.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grabă trece viaţa ta şi ziua ta s-a dus,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grabă trece viaţa ta şi ziua ta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vino azi în plină zi la crucea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crucea lui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