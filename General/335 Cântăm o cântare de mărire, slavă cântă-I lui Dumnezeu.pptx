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Cântăm o cântare de mărire, slavă cântă-I lui Dumnezeu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Cântăm o cântare de mărire, slavă cântă-I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îndurător plin de iubire, ţi-a răspuns în necaz şi-n ceasul rău.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Bucură-te pentru drumul nou, ce în trup Isus l-a făurit,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Sabie, Balsam şi Cruce, toate-acestea pe-al Său drum le-ai primit.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N-auzi tu chemarea, Hristos e ţinta, tu să birui ca şi El,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N-auzi tu chemarea, Hristos e ţinta, tu să birui ca şi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Crezi deplin aceasta, vezi tu şi răsplata, hai să alergăm la fel!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Duh Sfânt şi putere din înălţime, fraţii lui Isus primesc,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Încercarea focului lămureşte, transformă-n trup ceresc.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Foc din cer, de el ai trebuinţă tu acel, ce-n viaţă rătăceşti,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Foc din cer, de el ai trebuinţă tu acel, ce-n viaţă rătăceşti,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Duh te pierzi în necredinţă, scoală-acum pentru Domnul să trăieşti.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Zboară ca un vultur pe-nălţimi, şi înalţă-ţi fruntea către cer,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Dezlegat de pofte şi de lume, de la Domnul primeşti atunci puteri.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N-auzi tu chemarea, Hristos e ţinta, tu să birui ca şi El,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N-auzi tu chemarea, Hristos e ţinta, tu să birui ca şi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Crezi deplin aceasta, vezi tu şi răsplata, hai să alergăm la fel!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Duh Sfânt şi putere din înălţime, fraţii lui Isus primesc,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Încercarea focului lămureşte, transformă-n trup ceresc.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o sabie tu ai nevoie, făr’ de care tu nu poţi lupta,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o sabie tu ai nevoie, făr’ de care tu nu poţi lupta,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Istovit în luptă nu ai voie, fără sânge tu nu vei câştiga.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Râvnă, foc, credinţă, Duh şi zel, vine din Sion pentru acel’,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Balsam şi Sabie deţine, o mireasmă de viaţă va fi 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N-auzi tu chemarea, Hristos e ţinta, tu să birui ca şi El,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N-auzi tu chemarea, Hristos e ţinta, tu să birui ca şi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Crezi deplin aceasta, vezi tu şi răsplata, hai să alergăm la fel!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Duh Sfânt şi putere din înălţime, fraţii lui Isus primesc,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Încercarea focului lămureşte, transformă-n trup ceresc.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Gura sfinţilor înalţă slavă, către sfântul tron, lui Dumnezeu,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Gura sfinţilor înalţă slavă, către sfântul tron, lui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Acolo cinează ei la masă, lăudând Sabia – Cuvântul Său.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lumină în lumină-au stat, prin Lumină ei s-au judecat,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Lepădând păcatu-n rădăcină, slavă veşnică ei au câştigat.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N-auzi tu chemarea, Hristos e ţinta, tu să birui ca şi El,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N-auzi tu chemarea, Hristos e ţinta, tu să birui ca şi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Crezi deplin aceasta, vezi tu şi răsplata, hai să alergăm la fel!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Duh Sfânt şi putere din înălţime, fraţii lui Isus primesc,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Încercarea focului lămureşte, transformă-n trup ceresc.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