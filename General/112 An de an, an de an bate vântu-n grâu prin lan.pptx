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An de an, an de an bate vântu-n grâu prin 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An de an, an de an bate vântu-n grâu prin lan,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Spic cu spic se ţine-n vânt, cine-i singur cade frânt,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Trece vântul, n-au nimic, parcă te privesc şi zic: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„Dar tu ai, dar tu ai frate dragă bob în spic?”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Săptămâni, săptămâni cearcă lupul pe la stâni,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 târcoale hăulind: „Ia să văd ce pot să prind,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Ba vreo oaie, ba vreun miel”, nu le dă Emanuel.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tu sai, dar tu sai să pui pieptul lângă El?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Ceas de ceas, ceas de ceas n-au albinele răgaz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zboară şi zoresc, în cămară toate cresc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trântorul, hai-hui strică mierea-n jurul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zoreşti, tu zoreşti? Eşti albină sau ce eşti?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curând, în curând vom da seama rând pe rând.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păstor, tu ucenic unde-s boabele din spic?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plugar, tu învăţat câtă miere-ai adunat?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Ce-ai făcut, ce-ai făcut cu talantul ce-ai avut?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Sfânt, Doamne Sfânt, n-am fost mare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Stăpânul meu Preaînalt mi-ai dat mie un talant,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prin griji şi prin nevoi Ţi-am adus acuma doi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„Aşa da, aşa da! O cetate-acum e-a ta!”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