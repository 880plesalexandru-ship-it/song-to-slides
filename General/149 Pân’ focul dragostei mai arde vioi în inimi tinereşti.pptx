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Pân’ focul dragostei mai arde vioi în inimi tinereşti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Pân’ focul dragostei mai arde vioi în inimi tinereşti,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Puterile să le dai toate în lupta sfântă cât trăieşti.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 Tineri acum suntem râvnă din plin avem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Tineri acum suntem râvnă din plin avem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Deci puterea s-o jertfim, </a:t>
            </a:r>
            <a:r>
              <a:rPr b="1" sz="4800">
                <a:solidFill>
                  <a:srgbClr val="FFFFFF"/>
                </a:solidFill>
                <a:latin typeface="Calibri"/>
              </a:rPr>
              <a:t>cât trăim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Lumii pe Isus vestind, </a:t>
            </a:r>
            <a:r>
              <a:rPr b="1" sz="4800">
                <a:solidFill>
                  <a:srgbClr val="FFFFFF"/>
                </a:solidFill>
                <a:latin typeface="Calibri"/>
              </a:rPr>
              <a:t>mai cu jind</a:t>
            </a:r>
            <a:r>
              <a:rPr sz="4800">
                <a:solidFill>
                  <a:srgbClr val="FFFFFF"/>
                </a:solidFill>
                <a:latin typeface="Calibri"/>
              </a:rPr>
              <a:t>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Până puterile şi vlaga spre cer mai izbucnesc mereu,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Până puterile şi vlaga spre cer mai izbucnesc mereu,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 chibzuinţă toată viaţa s-o consacrăm lui Dumnezeu.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 Tineri acum suntem râvnă din plin avem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Tineri acum suntem râvnă din plin avem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Deci puterea s-o jertfim, </a:t>
            </a:r>
            <a:r>
              <a:rPr b="1" sz="4800">
                <a:solidFill>
                  <a:srgbClr val="FFFFFF"/>
                </a:solidFill>
                <a:latin typeface="Calibri"/>
              </a:rPr>
              <a:t>cât trăim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Lumii pe Isus vestind, </a:t>
            </a:r>
            <a:r>
              <a:rPr b="1" sz="4800">
                <a:solidFill>
                  <a:srgbClr val="FFFFFF"/>
                </a:solidFill>
                <a:latin typeface="Calibri"/>
              </a:rPr>
              <a:t>mai cu jind</a:t>
            </a:r>
            <a:r>
              <a:rPr sz="4800">
                <a:solidFill>
                  <a:srgbClr val="FFFFFF"/>
                </a:solidFill>
                <a:latin typeface="Calibri"/>
              </a:rPr>
              <a:t>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Bătrânii noştri cu plăcere de viaţa lor îşi amintesc,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Bătrânii noştri cu plăcere de viaţa lor îşi amintesc,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 râvna ce le-a dat putere şi de elanul tineresc.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 Tineri acum suntem râvnă din plin avem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Tineri acum suntem râvnă din plin avem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Deci puterea s-o jertfim, </a:t>
            </a:r>
            <a:r>
              <a:rPr b="1" sz="4800">
                <a:solidFill>
                  <a:srgbClr val="FFFFFF"/>
                </a:solidFill>
                <a:latin typeface="Calibri"/>
              </a:rPr>
              <a:t>cât trăim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Lumii pe Isus vestind, </a:t>
            </a:r>
            <a:r>
              <a:rPr b="1" sz="4800">
                <a:solidFill>
                  <a:srgbClr val="FFFFFF"/>
                </a:solidFill>
                <a:latin typeface="Calibri"/>
              </a:rPr>
              <a:t>mai cu jind</a:t>
            </a:r>
            <a:r>
              <a:rPr sz="4800">
                <a:solidFill>
                  <a:srgbClr val="FFFFFF"/>
                </a:solidFill>
                <a:latin typeface="Calibri"/>
              </a:rPr>
              <a:t>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În viaţă pot fi ocupaţii şi nu puţine griji avem,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4/4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viaţă pot fi ocupaţii şi nu puţine griji avem,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 pentru noi, ci pentru alţii puterile să ni le dăm.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 Tineri acum suntem râvnă din plin avem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Tineri acum suntem râvnă din plin avem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Deci puterea s-o jertfim, </a:t>
            </a:r>
            <a:r>
              <a:rPr b="1" sz="4800">
                <a:solidFill>
                  <a:srgbClr val="FFFFFF"/>
                </a:solidFill>
                <a:latin typeface="Calibri"/>
              </a:rPr>
              <a:t>cât trăim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Lumii pe Isus vestind, </a:t>
            </a:r>
            <a:r>
              <a:rPr b="1" sz="4800">
                <a:solidFill>
                  <a:srgbClr val="FFFFFF"/>
                </a:solidFill>
                <a:latin typeface="Calibri"/>
              </a:rPr>
              <a:t>mai cu jind</a:t>
            </a:r>
            <a:r>
              <a:rPr sz="4800">
                <a:solidFill>
                  <a:srgbClr val="FFFFFF"/>
                </a:solidFill>
                <a:latin typeface="Calibri"/>
              </a:rPr>
              <a:t> :/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