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Gheţimani, cuvânt de slavă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Gheţimani, cuvânt de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Floare din etern mănunchi,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Bătălie-nfiorată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Câştigată în genunchi.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pahar stătea în faţă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Isus privea-ngrozit,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Tot amarul omenirii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Trebuia atunci sorbit.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Ah, ce clocot de mulţime,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mocirlă fără fund!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„Tată!” strigă-n noapte Fiul,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„Tată!” văile răspund.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„Sfinte Tată”, zise Fiul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„Calea e nespus de grea.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Totuşi facă-se, Părinte,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Gândul Tău, nu voia Mea.” :/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„Osana!” răsună-n ceruri.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 îngerii-n văzduh,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S-a-încheiat cu biruinţă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Lupta lui Isus în duh.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