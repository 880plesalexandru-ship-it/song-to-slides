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Eram jos în păcat, dar Isus m-a salvat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Eram jos în păcat, dar Isus m-a salvat,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Lumina Lui din cer în mine-a strălucit,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Scăldat în harul Său eu am un nume nou,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stau de vorbă cu Isus sunt fericit.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Vino şi</a:t>
            </a:r>
            <a:r>
              <a:rPr b="0" i="0"/>
              <a:t> </a:t>
            </a:r>
            <a:r>
              <a:rPr b="0" i="1"/>
              <a:t>stai de vorbă azi cu Isus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Vino şi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stai de vorbă azi cu 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spune-I Lui ce griji te-apasă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El să-ţi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ia al tău suspin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Şi să-ţi dea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pacea Sa din plin</a:t>
            </a:r>
            <a:r>
              <a:rPr sz="48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Când simţi că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vrei să stai în rugăciune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Când te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arde-un dor şi nu-l poţi spune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Numai pe genunchi lângă Isus eşti fericit.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Cărarea când e grea şi raze nu-s pe 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Cărarea când e grea şi raze nu-s pe 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nori de îndoială soarele-au umbrit,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ceaţa de păcat cerul a-ntunecat,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stau de vorbă cu Isus sunt fericit.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Vino şi</a:t>
            </a:r>
            <a:r>
              <a:rPr b="0" i="0"/>
              <a:t> </a:t>
            </a:r>
            <a:r>
              <a:rPr b="0" i="1"/>
              <a:t>stai de vorbă azi cu Isus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Vino şi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stai de vorbă azi cu 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spune-I Lui ce griji te-apasă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El să-ţi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ia al tău suspin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Şi să-ţi dea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pacea Sa din plin</a:t>
            </a:r>
            <a:r>
              <a:rPr sz="48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Când simţi că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vrei să stai în rugăciune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Când te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arde-un dor şi nu-l poţi spune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Numai pe genunchi lângă Isus eşti fericit.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umbrele se sting, iar ochii mei când plâng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umbrele se sting, iar ochii mei când plâng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Atunci Isus e-al meu prieten neclintit,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rugăciune ia povara mea cea grea,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stau de vorbă cu Isus sunt fericit.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Vino şi</a:t>
            </a:r>
            <a:r>
              <a:rPr b="0" i="0"/>
              <a:t> </a:t>
            </a:r>
            <a:r>
              <a:rPr b="0" i="1"/>
              <a:t>stai de vorbă azi cu Isus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Vino şi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stai de vorbă azi cu 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spune-I Lui ce griji te-apasă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El să-ţi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ia al tău suspin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Şi să-ţi dea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pacea Sa din plin</a:t>
            </a:r>
            <a:r>
              <a:rPr sz="48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Când simţi că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vrei să stai în rugăciune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Când te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arde-un dor şi nu-l poţi spune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Numai pe genunchi lângă Isus eşti fericit.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