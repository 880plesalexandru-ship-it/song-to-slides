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El am viaţa, mişcarea şi fiinţa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El am viaţa, mişcarea şi fiinţa,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o nouă creatură în Isus Hristos.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mi-a dat viaţa, pacea, dragostea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aceea eu Îi cânt şi sunt voios.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Cred în inima mea că Isus este Dumnezeu,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 în inima mea că Isus este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 că El a murit şi-a-nviat să devin fiu al Său.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Îl ştiu pe El, Domn în inima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în El eu am pacea, viaţa şi dragostea.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El am viaţa, mişcarea şi fiinţa,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El am viaţa, mişcarea şi fiinţa,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pot totul prin Isus, Mântuitorul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grele încercări şi ispite mă apasă,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îmi dă puteri să birui orice rău.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Cred în inima mea că Isus este Dumnezeu,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 în inima mea că Isus este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Cred că El a murit şi-a-nviat să devin fiu al Său.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Îl ştiu pe El, Domn în inima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în El eu am pacea, viaţa şi dragostea.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