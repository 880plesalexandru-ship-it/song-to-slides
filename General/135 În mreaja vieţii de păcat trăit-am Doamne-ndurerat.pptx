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4612112" cy="821131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1777472" y="91440"/>
            <a:ext cx="274320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t>În mreaja vieţii de păcat trăit-am Doamne-ndurerat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1/3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În mreaja vieţii de păcat trăit-am Doamne-ndurerat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Şi-acum la Tine vin cu dor, o, scump şi dulce Salvator.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Isus, la crucea Ta eu vin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Isus, la crucea Ta eu vin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Şi vreau viaţa să Ţi-o-nchin,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/: Primeşte, Doamne, ruga mea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   Şi dă-mi în dar salvarea Ta. :/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În valuri şi ispite-am fost, trăit-am, Doamne, fără rost,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2/3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În valuri şi ispite-am fost, trăit-am, Doamne, fără rost,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De făr’delegi împresurat, o, Doamne, vin să fiu salvat.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Isus, la crucea Ta eu vin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Isus, la crucea Ta eu vin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Şi vreau viaţa să Ţi-o-nchin,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/: Primeşte, Doamne, ruga mea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   Şi dă-mi în dar salvarea Ta. :/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În dragostea-Ţi mă-ncred acum, cu Tine voi merge pe-un drum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3/3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În dragostea-Ţi mă-ncred acum, cu Tine voi merge pe-un drum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Şi cânt şi-s foarte fericit, Isuse-n veci să fii slăvit.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Isus, la crucea Ta eu vin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Isus, la crucea Ta eu vin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Şi vreau viaţa să Ţi-o-nchin,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/: Primeşte, Doamne, ruga mea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   Şi dă-mi în dar salvarea Ta. :/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