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Uimit de-atâta bogăţie ce am găsit-o Doamne-n 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Uimit de-atâta bogăţie ce am găsit-o Doamne-n Tin’,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Mă-întreb ce-aş fi fără de Tine, în viaţa-aceasta de suspin.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Credinţa, Pacea, Dragostea, ce le-am primit din mâna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nimic nu le-aş schimba, Isus eşti fericirea mea.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La Calvar păcatul mi-e şters,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La Calvar păcatul mi-e şters,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La Calvar eu har primesc,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La Calvar, mântuire am în dar,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Îţi mulţumesc Isus pentru Calvar.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Cine sunt eu să pot intra, Doamne-n-împărăţia Ta,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Cine sunt eu să pot intra, Doamne-n-împărăţia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merit şi nu voi putea, să-Ţi răsplătesc iubirea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pot să spun la toţi Isus, de harul dragostei nespus,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se găseşte-n jertfa Ta, veniţi şi voi la Golgota.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De n-ar fi Golgota n-am şti ce-i dragostea,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 n-ar fi Golgota n-am şti ce-i dragostea,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N-am şti ce-s bucurii şi zâmbet de copii,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Eram pierduţi pe veci, legaţi în lanţuri reci,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moarte şi păcat, dar Isus, ne-a salvat.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