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lăsa să treacă vremea ca să poţi lucra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lăsa să treacă vremea ca să poţi lucra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nu sta lumină să nu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 se pierd în întuneric dacă nu luceşti,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dar lumină, unde eşti!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Fii dar lumină</a:t>
            </a:r>
            <a:r>
              <a:rPr b="0" i="0"/>
              <a:t>, </a:t>
            </a:r>
            <a:r>
              <a:rPr b="1" i="0"/>
              <a:t>fii lumină</a:t>
            </a:r>
            <a:r>
              <a:rPr b="0" i="0"/>
              <a:t>, unde eşti,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Fii dar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lumină</a:t>
            </a:r>
            <a:r>
              <a:rPr sz="4800">
                <a:solidFill>
                  <a:srgbClr val="FFFFFF"/>
                </a:solidFill>
                <a:latin typeface="Calibri"/>
              </a:rPr>
              <a:t>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 cineva prin tine vine la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Lângă tine mulţi aşteaptă ajutor să dai,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Lângă tine mulţi aşteaptă ajutor să dai,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Nu-ţi închide inima spre 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numai unui suflet poţi să-i dăruieşti,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dar lumină, unde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Fii dar lumină</a:t>
            </a:r>
            <a:r>
              <a:rPr b="0" i="0"/>
              <a:t>, </a:t>
            </a:r>
            <a:r>
              <a:rPr b="1" i="0"/>
              <a:t>fii lumină</a:t>
            </a:r>
            <a:r>
              <a:rPr b="0" i="0"/>
              <a:t>, unde eşti,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Fii dar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lumină</a:t>
            </a:r>
            <a:r>
              <a:rPr sz="4800">
                <a:solidFill>
                  <a:srgbClr val="FFFFFF"/>
                </a:solidFill>
                <a:latin typeface="Calibri"/>
              </a:rPr>
              <a:t>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 cineva prin tine vine la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Mare este secerişul şi e încă loc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Mare este secerişul şi e încă loc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 şi talantul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 stea de dimineaţă, caută să luceşti,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dar lumină, unde 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Fii dar lumină</a:t>
            </a:r>
            <a:r>
              <a:rPr b="0" i="0"/>
              <a:t>, </a:t>
            </a:r>
            <a:r>
              <a:rPr b="1" i="0"/>
              <a:t>fii lumină</a:t>
            </a:r>
            <a:r>
              <a:rPr b="0" i="0"/>
              <a:t>, unde eşti,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Fii dar lumină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fii lumină</a:t>
            </a:r>
            <a:r>
              <a:rPr sz="4800">
                <a:solidFill>
                  <a:srgbClr val="FFFFFF"/>
                </a:solidFill>
                <a:latin typeface="Calibri"/>
              </a:rPr>
              <a:t>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Poate cineva prin tine vine la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 dar lumină, unde eşti!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