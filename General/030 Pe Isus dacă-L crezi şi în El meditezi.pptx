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Isus dacă-L crezi şi în El meditezi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Isus dacă-L crezi şi în El meditezi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Niciun rău nu va fi neînvins.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ta ţi-ar schimba, sigur n-ai regreta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Şi-ai sluji de atunci doar pe 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Astăzi vino la El, predă-I viaţa 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vino la El, predă-I viaţa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sigur vei fi mântuit.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te cheamă acum, te conduce pe drum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vei fi pururea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Cei ce nu Îl primesc şi în lume rătăcesc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Cei ce nu Îl primesc şi în lume rătăcesc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lor în distracţii îşi petrec.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Însă vine o zi când cu toţii vor fugi,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atuncea va fi prea târziu.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Astăzi vino la El, predă-I viaţa 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vino la El, predă-I viaţa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sigur vei fi mântuit.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te cheamă acum, te conduce pe drum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vei fi pururea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vrei să te-ntorci la Domnul chiar acum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vrei să te-ntorci la Domnul chiar acum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 ca să faci tot ce-i bun.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Lumea rea să o laşi şi cu El să te-mpaci,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acel ce se cheamă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Astăzi vino la El, predă-I viaţa 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vino la El, predă-I viaţa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sigur vei fi mântuit.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te cheamă acum, te conduce pe drum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vei fi pururea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Deci acum, dacă vrei, rana ta să ţi-o speli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acum, dacă vrei, rana ta să ţi-o speli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mai curge din sângele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să nu mai amâni, în păcat să rămâi,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acum vino să te hotărăşti.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Astăzi vino la El, predă-I viaţa 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vino la El, predă-I viaţa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sigur vei fi mântuit.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te cheamă acum, te conduce pe drum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vei fi pururea fericit.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