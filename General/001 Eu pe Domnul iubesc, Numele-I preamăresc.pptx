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pe Domnul iubesc, Numele-I preamăresc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pe Domnul iubesc, Numele-I preamăresc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că m-a creat şi lumină mi-a dat.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zi-I voi cânta şi Îl voi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harfa iubirii Îi voi cânta.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Cerul, pământul şi marea să-L laude ne-ncetat,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Cerul, pământul şi marea să-L laude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toată suflarea „Slavă Lui că ne-a creat!”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Cântă-I şi tu azi „Mărire!” Celui ce viaţa Şi-a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S-a jertfit pentru tine ca să fii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Nădejde mi-a dat, fie-n veci lăudat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Nădejde mi-a dat, fie-n veci lăudat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Lui cel sfânt, scutul meu pe Pământ.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Orişiunde-aş umbla El nu mă va lăsa,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păşunea Lui verde mă conduce.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Cerul, pământul şi marea să-L laude ne-ncetat,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Cerul, pământul şi marea să-L laude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toată suflarea „Slavă Lui că ne-a creat!”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Cântă-I şi tu azi „Mărire!” Celui ce viaţa Şi-a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S-a jertfit pentru tine ca să fii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De ce te îndoieşti şi-n păcate trăieşti?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ce te îndoieşti şi-n păcate trăieşti?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nu şti că Isus te iubeşte nespus?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te cheamă mereu: „Vino, amicul meu!”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păşunea Lui verde te conduce.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Cerul, pământul şi marea să-L laude ne-ncetat,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Cerul, pământul şi marea să-L laude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toată suflarea „Slavă Lui că ne-a creat!”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Cântă-I şi tu azi „Mărire!” Celui ce viaţa Şi-a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S-a jertfit pentru tine ca să fii răscumpărat.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Tu mai ai doar un pas, fă-l acum spre Isus!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mai ai doar un pas, fă-l acum spre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sta nepăsător, fără Mântuitor.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Încă azi nu-i târziu mântuit ca să fii,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 pasul acesta spre veşnicii!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Cerul, pământul şi marea să-L laude ne-ncetat,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Cerul, pământul şi marea să-L laude ne-ncetat,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Să-I cânte toată suflarea „Slavă Lui că ne-a creat!”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Cântă-I şi tu azi „Mărire!” Celui ce viaţa Şi-a dat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S-a jertfit pentru tine ca să fii răscumpărat.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