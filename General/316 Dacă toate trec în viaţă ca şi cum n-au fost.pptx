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Dacă toate trec în viaţă ca şi cum n-au fost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toate trec în viaţă ca şi cum n-au fost,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care-i sensul vieţii şi ce are rost?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bogaţii şi săracii mor fără nimic,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pentru ce ne naştem şi de ce trăim?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/: Pentru Dumnezeu, pentru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   Pentru Dumnezeu să trăim!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tinereţea trece cum se duce-un crin,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cine s-o trăieşti, cui să o închini?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toată-înţelepciunea o pierzi la sfârşit,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cine se merită azi să te dedici?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bogăţia trece şi puterea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cine se cuvine astăzi a lucra?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Satana vrea să vadă că te nimiceşti,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cine se cuvine astăzi să trăieşti?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