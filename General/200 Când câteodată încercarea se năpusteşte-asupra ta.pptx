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Când câteodată încercarea se năpusteşte-asupra 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câteodată încercarea se năpusteşte-asupra ta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 nu îţi părăsi cărarea ce duce sus la ţinta 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/: Priveşte deci tot înainte, Isus îţi vine-n ajutor.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Priveşte deci tot înainte, Isus îţi vine-n ajutor.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   Isus Hristos e-n cer şi-ţi vede necazul tău apăsător.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Aşa e scris, pe calea-ngustă sunt foarte multe greutăţi,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Aşa e scris, pe calea-ngustă sunt foarte multe greutăţi,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Cel ce stă la cârma vieţii te va-ajuta să le străbaţi.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/: Priveşte deci tot înainte, Isus îţi vine-n ajutor.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Priveşte deci tot înainte, Isus îţi vine-n ajutor.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   Isus Hristos e-n cer şi-ţi vede necazul tău apăsător.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Să-I ceri mereu în rugăciune tărie nouă şi credinţă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Să-I ceri mereu în rugăciune tărie nouă şi credinţă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Dumnezeu te va conduce în carul Său de biruinţă.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/: Priveşte deci tot înainte, Isus îţi vine-n ajutor.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Priveşte deci tot înainte, Isus îţi vine-n ajutor.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   Isus Hristos e-n cer şi-ţi vede necazul tău apăsător. :/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