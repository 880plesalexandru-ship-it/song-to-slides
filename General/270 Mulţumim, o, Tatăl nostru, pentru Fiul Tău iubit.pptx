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Mulţumim, o, Tatăl nostru, pentru Fiul Tău iubit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Mulţumim, o, Tatăl nostru, pentru Fiul Tău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că-n orice vreme minunat ne-ai ocrotit.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primăveri senine, ca şi pentru toamne reci,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toate Ţie, Doamne, Îţi aducem slavă-n veci.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pentru răspunsul rugăciunilor ce-l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că ajutorul gata pentru noi îl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rău şi pentru bine, pentru sfinte mângâieri,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pentru iubirea mai bogată azi ca ieri.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pentru toţi spinii, mulţumim şi pentru flori,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case şi cămine, pentru soarele din nori,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bucurii nespuse, pentru pace Te slăvim,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tainica nădejde, Doamne mare-Ţi mulţumim.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pentru locaşul de-nchinare dăruit,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Mulţumim c-a noastre doruri minunat le-ai împlinit.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măreţ lucrezi Tu, Doamne, pentru tot Îţi mulţumim,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Lăudăm a Ta putere pentru veci de veci, Amin!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