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 n-ai fi Tu de partea noastră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n-ai fi Tu de partea noastră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fi ca praful luat de 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fi o carne fără viață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Rătăcitoare pe pământ.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noi venim cu toți la Tine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noi venim cu toți la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tot ce-avem Îți dăruim,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nimeni, Doamne, nu-i ca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Îngenunchem si ne smerim.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n-avem nici un merit Tată,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n-avem nici un merit Tată,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harul Tău ca existăm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Tu ne-ai dat viață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toate Ție-Ți datorăm.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noi venim cu toți la Tine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noi venim cu toți la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tot ce-avem Îți dăruim,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nimeni, Doamne, nu-i ca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Îngenunchem si ne smerim.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