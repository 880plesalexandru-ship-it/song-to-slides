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Mă-ndrept, Doamne, către Tine şi vreau ca să Te urmez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Mă-ndrept, Doamne, către Tine şi vreau ca să Te urmez,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Întind mâinile să Te cuprind, un cântec Îţi fredonez,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Slăvesc al Tău Nume şi sângele-Ţi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fac legământ.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Doamne Isuse, eşti dragostea mea,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Doamne Isuse, eşti dragostea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Doamne Isuse, viaţa mea e-a 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Privesc la a Ta splendoare şi dragostea m-a cuprins,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Privesc la a Ta splendoare şi dragostea m-a cuprins,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Mi-e inima plină de pacea Ta şi viaţa un rug aprins.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spun tuturora că cine Te-a primit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Viaţă deplină a găsit.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Doamne Isuse, eşti dragostea mea,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Doamne Isuse, eşti dragostea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Doamne Isuse, viaţa mea e-a 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