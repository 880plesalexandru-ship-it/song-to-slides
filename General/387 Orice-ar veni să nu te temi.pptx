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Orice-ar veni să nu te temi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Orice-ar veni să nu te temi,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ocrotește-n orice vremi,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te va păzi!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orice loc, în orice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zile pline de dureri,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zile pline de dureri,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ale iadului puteri,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te va păzi!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orice loc, în orice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Stai liniștit în mâna Sa,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Stai liniștit în mâna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nu respinge ruga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te va păzi!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orice loc, în orice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va păzi!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