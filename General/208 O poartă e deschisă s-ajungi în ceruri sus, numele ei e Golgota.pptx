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poartă e deschisă s-ajungi în ceruri sus, numele ei e Golgota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poartă e deschisă s-ajungi în ceruri sus, numele ei e Golgota.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vrei să-L vezi pe Isus, să fii al Lui de-acum, o, vino azi la Golgota!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este loc la cruce pentru tine,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la cruce pentru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la cruce pentru oricine,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pentru 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loc, mai este loc.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Oricine-ai fi în lume şi orice nume porţi, tu ai nevoie de Isus.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Oricine-ai fi în lume şi orice nume porţi, tu ai nevoie de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Hai vino şi-ntâlneşte-L, la cruce stă şi-acum, te va primi căci El e bun.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este loc la cruce pentru tine,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la cruce pentru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la cruce pentru oricine,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pentru 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loc, mai este loc.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în cer şi pentru tine,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în cer pentru oricine,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 pentru întreg Pământul,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este loc, mai este loc.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cruce, în cer, mai este loc.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