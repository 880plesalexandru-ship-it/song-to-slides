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Pentru tine-un păcătos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tine-un păcătos,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mine-un ticălos,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noi, iubite suflet, a murit Isus Hristos.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murit pe lemnul crucii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noi doi să fim salvaţi de-ale noastre păcate.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Este greu, da, este greu când trăieşti făr’ Dumnezeu,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greu, da, este greu când trăieşti făr’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te rog nu te uita la viaţa ta cea grea.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Uită-te doar la Isus ce la cruce El S-a 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moară pentru tine.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Deci acum când tu doreşti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Deci acum când tu doreşti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Isus ca să-L primeşti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în dragoste să stai ca în lume să nu te pierzi.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veşnică iubire cu Isus să fii mereu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o lumină vie.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Este greu, da, este greu când trăieşti făr’ Dumnezeu,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greu, da, este greu când trăieşti făr’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te rog nu te uita la viaţa ta cea grea.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Uită-te doar la Isus ce la cruce El S-a 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să moară pentru tine.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