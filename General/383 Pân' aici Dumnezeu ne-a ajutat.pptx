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Pân' aici Dumnezeu ne-a ajutat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Pân' aici Dumnezeu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 cinstit cu-atâta bine şi ne-a apărat,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 întins cu îndurare mâna sfântă peste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ne-a-nconjurat pe dinainte şi pe dinapoi.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simţit şi tu în viaţa ta iubirea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şi tu să cânţi Osana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să spui cu mine astăzi cu 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Pân-aici Dumnezeu ne-a ajutat.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Pân' aici Dumnezeu ne-a ajutat,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Pân' aici Dumnezeu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Fie Numele slăvit, fie Numele-onorat,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Dacă ţi-a făcut mult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‘Nalţă-ţi glasul tău spre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strigi din toată inima “Eben-Ezer”!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Pân-aici Dumnezeu ne-a ajutat,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Pân-aici Dumnezeu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 ţinut promisiunea cu 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rămâne credincios, cuvântul Lui se va-mplini,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 spus El în veci rămâne, lumea-ntreagă de-ar pieri.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simţit şi tu în viaţa ta iubirea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şi tu să cânţi Osana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să spui cu mine astăzi cu adevărat: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Pân-aici Dumnezeu ne-a ajutat.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Pân' aici Dumnezeu ne-a ajutat,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Pân' aici Dumnezeu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Fie Numele slăvit, fie Numele-onorat,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Dacă ţi-a făcut mult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‘Nalţă-ţi glasul tău spre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strigi din toată inima “Eben-Ezer”!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Pân' aici Dumnezeu ne-a ajutat,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Pân' aici Dumnezeu ne-a ajutat,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te-ncrezi în El puternic vei fi apărat,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 vei adăposti la umbră aripilor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în veac tine credincioşia, mila Domnului.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Pune-ţi azi nădejdea-n harul ce va fi adus,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Şi-aţinteşte-a ta privire la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Biruind în El vei spune cu adevărat,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Pân-aici Dumnezeu ne-a ajutat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Pân-aici Dumnezeu ne-a ajutat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Fie Numele slăvit, fie Numele-onorat,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Haideţi toţi într-o suflare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Să-nălţăm glasul spre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strigăm din toată inima “Eben-Ezer”!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