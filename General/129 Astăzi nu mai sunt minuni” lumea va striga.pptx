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Astăzi nu mai sunt minuni” lumea va striga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„Astăzi nu mai sunt minuni” lumea va striga,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Oare astăzi pe Pământ se mai pot afla?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credem însă în minuni, că Isus ne-a-nvăţat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dragostei acelaşi este-n veac.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rămâne în veci ca şi ieri, ca şi azi,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rămâne în veci ca şi ieri, ca şi azi,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Braţul Său printre noi făptuieşte minuni,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neschimbat pe Pământ va lucra,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Îndoială să n-ai, Domnul nu va-nceta.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Drumul tău pe-acest Pământ plin de dureri va fi,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tău pe-acest Pământ plin de dureri va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Însă Isus le-a purtat, în locul tău muri.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Predă-ţi viaţa-n mâna Lui şi atuncea vei vedea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Cel ce e din veşnicii în veci va rămânea.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fi-va în veci ca şi ieri, ca şi azi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fi-va în veci ca şi ieri, ca şi azi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Braţul Său printre noi făptui-va minuni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neschimbat pe Pământ va lucra,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Îndoială să n-ai, Domnul nu va-nceta.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