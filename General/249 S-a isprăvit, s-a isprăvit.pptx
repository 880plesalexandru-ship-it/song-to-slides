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S-a isprăvit, s-a isprăvit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isprăvit, s-a isprăvit!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o cruce Domnul a murit.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sânge sfânt, nevinovat,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Golgota Domnul a vărsat.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Dar El era străpuns,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El era străpuns,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Zdrobit pentru fărădelegile şi păcatele noastre,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Pedeapsa care ne dă pacea a căzut peste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prin rănile Lui suntem tămăduiţi.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De-atunci Isus prin jertfa 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De-atunci Isus prin jertfa Sa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mântuie şi poate ridica.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Păcatul tău şi boala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Hristos le poate vindeca.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Dar El era străpuns,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El era străpuns,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Zdrobit pentru fărădelegile şi păcatele noastre,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Pedeapsa care ne dă pacea a căzut peste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prin rănile Lui suntem tămăduiţi.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Există cer, există iad,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Există cer, există iad,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două căi în viaţă de urmat.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Una duce-n sus, cealaltă-n jos,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lasă lumea, urmează-L pe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Dar El era străpuns,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El era străpuns,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Zdrobit pentru fărădelegile şi păcatele noastre,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Pedeapsa care ne dă pacea a căzut peste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prin rănile Lui suntem tămăduiţi.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