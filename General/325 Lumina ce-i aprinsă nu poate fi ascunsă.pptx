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Lumina ce-i aprinsă nu poate fi ascunsă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C-avem cu noi pe Domnul, Isus, lumina vie,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Lumina ce-i aprinsă nu poate fi ascunsă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 1/3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ce-i aprinsă nu poate fi ascunsă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Lumina care arde se vede-n neagra noapte,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/: Oricât de greu e drumul şi bezna cât de mare,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   Făclia care arde, se vede-n depărtare :/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O lumină poţi să fii,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Ca stelele poţi străluci,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	Răspândind în jurul tău,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Lumină de la Dumnezeu.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