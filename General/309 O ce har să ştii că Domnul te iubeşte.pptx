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ce har să ştii că Domnul te iubeşte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har să ştii că Domnul te iubeşte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har să ştii că eşti în braţul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când simţi că tot în jur se năruieşte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să ai pace-n inima ta mereu.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ai pace în mijlocul necazului tău,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ai pace în mijlocul necazului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Să ai pace căci tu eşti fiu de Dumnezeu!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Când cei din jur te vor privi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Cu pacea ta îi vei uimi,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 plin de pace, vei birui.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