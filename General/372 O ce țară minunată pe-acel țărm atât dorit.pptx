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O ce țară minunată pe-acel țărm atât dorit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ce țară minunată pe-acel țărm atât dorit,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Către ea iubirea-mi toată suie-n zbor neobosit;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ajunge, voi ajunge plaiul ei, al iei palat,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Prețul Golgotei, de sânge ‘mi-este har nemăsurat!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ce țară de mărire este dincolo de zări,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Doru-mi fără mărginire trece zilnic depărtări;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ajunge țara dragă și orașu-mpărătesc,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 am și viața-ntreagă totul pentru ea jertfesc.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ce țară a iubirii pentru cei ce-atât au plâns,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pe pragul întâlnirii lacrimii nu mai sunt de strâns;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ajunge-această țară, pe ai mei îi voi vedea,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Fie calea cât de-amară și ocara cât de grea.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4/4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 ce țară minunată pe-acel țărm atât dorit,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Țara mea răscumpărată de Isus ce m-a iubit;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ajunge iar’ acasă în căminul fericit,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voi sta la masă cu-Mpăratul meu iubit.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