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La Tine venim, la Tine venim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Tine venim, la Tine venim,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Mântuiţi în faţa Ta noi stăm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capul sus, inima plină de laudă, Ţie ne-nchinăm.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preamărim, Te preamărim,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Îndurarea Ta o înălţăm,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ne-ai eliberat, lanţurile ai rupt care ne-au legat.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Noi Te iubim, noi Te iubim,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Noi Te iubim, noi Te iubim,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Al Tău Nume mare înălţăm,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în Tine e puterea, în Tine-i măreţia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care suntem biruitori.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Ţie ne-nchinăm, Ţie ne-nchinăm,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podoabe sfinte-n faţa Ta stăm.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Laudă Ţie, Domnul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Domneşte Tu printre noi.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