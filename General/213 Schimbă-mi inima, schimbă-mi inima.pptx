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Schimbă-mi inima, schimbă-mi inima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Schimbă-mi inima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schimbă-mi inima! 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Fă-mă mai curat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fă-mă mai curat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Mai real, mai sfânt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mai real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mai sfânt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Mai adevărat!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eşti Olarul, iar eu lutul,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Olarul, iar eu lutul,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modelează-mă, Doamne, cum vrei Tu!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