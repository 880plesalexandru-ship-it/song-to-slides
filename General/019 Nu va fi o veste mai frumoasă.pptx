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va fi o veste mai frumoasă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va fi o veste mai frumoasă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salvarea dată prin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 iubire care să jertfească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 cât S-a jertfit Isus.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 Lui e darul cel mai minunat,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Lui e darul cel mai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Cel mai</a:t>
            </a:r>
            <a:r>
              <a:rPr sz="4800">
                <a:solidFill>
                  <a:srgbClr val="FFFFFF"/>
                </a:solidFill>
                <a:latin typeface="Calibri"/>
              </a:rPr>
              <a:t> minunat,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mai</a:t>
            </a:r>
            <a:r>
              <a:rPr sz="4800">
                <a:solidFill>
                  <a:srgbClr val="FFFFFF"/>
                </a:solidFill>
                <a:latin typeface="Calibri"/>
              </a:rPr>
              <a:t>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dragostea Lui e darul cel mai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şi pentru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Zilnic mă-nconjoară cu-ndurare,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Zilnic mă-nconjoară cu-ndurare,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Văd la orice pas cât e de bun.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mi-a dat pe veci răscumpărare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Pot şi eu voios acum să spun: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 Lui e darul cel mai minunat,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Lui e darul cel mai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Cel mai</a:t>
            </a:r>
            <a:r>
              <a:rPr sz="4800">
                <a:solidFill>
                  <a:srgbClr val="FFFFFF"/>
                </a:solidFill>
                <a:latin typeface="Calibri"/>
              </a:rPr>
              <a:t> minunat,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mai</a:t>
            </a:r>
            <a:r>
              <a:rPr sz="4800">
                <a:solidFill>
                  <a:srgbClr val="FFFFFF"/>
                </a:solidFill>
                <a:latin typeface="Calibri"/>
              </a:rPr>
              <a:t>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dragostea Lui e darul cel mai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şi pentru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voi înţelege niciodată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voi înţelege niciodată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măreaţă e iubirea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atunci în slava-I nevisată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iubirea Lui o voi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 Lui e darul cel mai minunat,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Lui e darul cel mai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Cel mai</a:t>
            </a:r>
            <a:r>
              <a:rPr sz="4800">
                <a:solidFill>
                  <a:srgbClr val="FFFFFF"/>
                </a:solidFill>
                <a:latin typeface="Calibri"/>
              </a:rPr>
              <a:t> minunat,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mai</a:t>
            </a:r>
            <a:r>
              <a:rPr sz="4800">
                <a:solidFill>
                  <a:srgbClr val="FFFFFF"/>
                </a:solidFill>
                <a:latin typeface="Calibri"/>
              </a:rPr>
              <a:t>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dragostea Lui e darul cel mai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şi pentru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atunci în slava Ta, Isuse,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atunci în slava Ta, Isuse,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mă voi vedea în veşnicii,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cântarea cea mai minunată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iubirea Ta o voi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 Lui e darul cel mai minunat,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Lui e darul cel mai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Cel mai</a:t>
            </a:r>
            <a:r>
              <a:rPr sz="4800">
                <a:solidFill>
                  <a:srgbClr val="FFFFFF"/>
                </a:solidFill>
                <a:latin typeface="Calibri"/>
              </a:rPr>
              <a:t> minunat,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 mai</a:t>
            </a:r>
            <a:r>
              <a:rPr sz="4800">
                <a:solidFill>
                  <a:srgbClr val="FFFFFF"/>
                </a:solidFill>
                <a:latin typeface="Calibri"/>
              </a:rPr>
              <a:t>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dragostea Lui e darul cel mai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şi pentru noi.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