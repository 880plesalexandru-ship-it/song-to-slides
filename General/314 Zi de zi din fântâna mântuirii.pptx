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Zi de zi din fântâna mântuirii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din fântâna mântuirii,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să ’nalţ fericit un cântec nou,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slavă-Ţi voi cânta, căci m-ai aflat,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din dureri şi iad m-ai salvat.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 al iubirii, Mântuitor slăvit,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iubirii, Mântuitor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Viaţa mea, Adevărul,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Calea către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ţii în mână mersul istoriei,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cerului, Tu, Luceafăr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Peste tot Tu vei domni.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Vreau să spun că păcatele-s iertate,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spun că păcatele-s iertate,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vorbesc despre cugetul curat,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Sângele preasfânt, de crucea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boldul morţii frânt, vreau să cânt!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 al iubirii, Mântuitor slăvit,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iubirii, Mântuitor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Viaţa mea, Adevărul,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Calea către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ţii în mână mersul istoriei,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cerului, Tu, Luceafăr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Peste tot Tu vei domni.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Vrednic eşti, voi cânta în veşnicie,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Vrednic eşti, voi cânta în veşnicie,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Tu, Isus, Mielul cel neprihănit,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miile de mii, Te voi slăvi,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sfinte şi cereşti armonii.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Domn al iubirii, Mântuitor slăvit,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iubirii, Mântuitor 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eşti Viaţa mea, Adevărul,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Calea către veşnicii,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Tu ţii în mână mersul istoriei,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Domn al cerului, Tu, Luceafăr viu,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Peste tot Tu vei domni.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