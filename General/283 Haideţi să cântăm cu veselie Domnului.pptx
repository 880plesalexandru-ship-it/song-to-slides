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Haideţi să cântăm cu veselie Domnului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este mare Împărat,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Marea şi uscatul a creat.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este mare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Lui mă-nchin, e Creatorul meu.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Haideţi să cântăm cu veselie Domnului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Haideţi să cântăm cu veselie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să strigăm de bucurie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Către Stânca mântuirii noastre.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Înaintea Lui să mergem toţi cu laude,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Cântaţi-I cântece, cântaţi-I cântece,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Cântaţi-I cântece, o, o, o, o în cinstea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ne închinăm, să ne smerim,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închinăm, să ne smerim,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plecăm genunchii să-L slăvim.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suntem poporul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putem fi smulşi din mâna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Haideţi să cântăm cu veselie Domnului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Haideţi să cântăm cu veselie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să strigăm de bucurie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Către Stânca mântuirii noastre.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Înaintea Lui să mergem toţi cu laude,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Cântaţi-I cântece, cântaţi-I cântece,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Cântaţi-I cântece, o, o, o, o în cinstea Lui!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