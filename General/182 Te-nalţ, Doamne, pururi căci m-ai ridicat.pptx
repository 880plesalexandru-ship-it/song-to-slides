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Te-nalţ, Doamne, pururi căci m-ai ridicat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Te-nalţ, Doamne, pururi căci m-ai ridicat,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vrăjmaş să râdă Tu nu l-ai lăsat.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Am strigat spre Tine Doamne-ndurător,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strigat spre Tine Doamne-ndurător,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m-ai scos din groapă, n-ai lăsat să mor.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Sufletul meu, Doamne, din mormânt l-ai scos,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Sufletul meu, Doamne, din mormânt l-ai scos,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M-ai adus la viaţă dintre morţi de jos.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Domnului cântaţi-I voi cei preaiubiţi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Domnului cântaţi-I voi cei preaiubiţi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măritu-I nume pururea-L măriţi.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Doar o clipă ţine El mânia Sa,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Doar o clipă ţine El mânia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Îndurarea-I însă toată viaţa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Seara vine plânsul chinului amar,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Seara vine plânsul chinului amar,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Dimineaţa vine veselia iar.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Pentru ca şi duhul şi inima mea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ca şi duhul şi inima mea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Pururea să-Ţi cânte, mute să nu stea.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Doamne, Domnul slavei, eu cât voi trăi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Doamne, Domnul slavei, eu cât voi trăi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Pururea pe Tine Te voi preamări.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