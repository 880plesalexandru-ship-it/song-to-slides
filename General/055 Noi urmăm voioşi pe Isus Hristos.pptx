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Noi urmăm voioşi pe Isus Hristos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Hristos în jurul Său ne-adună, în veci credinţă Îi jurăm,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Lucrăm, luptăm cu voie bună, pe Domnul Îl urmăm.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toţii rândurile strângem, Isus ni-e căpitan,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Sub steagul Său învingem şi nu ne temem de duşman.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Noi urmăm voioşi pe Isus Hristos,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urmăm voioşi pe Isus Hristos,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suntem învingători prin 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Armura noastră e aleasă, cu duhul ne luptăm mereu,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Armura noastră e aleasă, cu duhul ne luptăm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crunta luptă nu ne pasă, cu noi e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Viaţa, fapta şi cuvântul noi Domnului jertfim,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Puterea şi avântul, şi-atunci învingem sau murim.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Noi urmăm voioşi pe Isus Hristos,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urmăm voioşi pe Isus Hristos,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suntem învingători prin 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Spre ţintă-naintăm întruna, ’napoi noi nu cedăm un pas,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ţintă-naintăm întruna, ’napoi noi nu cedăm un pas,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Ne-aşteaptă-n veşnicii cununa şi-al îngerilor glas,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trudita noastră viaţă odihnă va găsi.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Privind pe Domnu-n faţă în veci de veci Îl vom slăvi.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Noi urmăm voioşi pe Isus Hristos,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urmăm voioşi pe Isus Hristos,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suntem învingători prin 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