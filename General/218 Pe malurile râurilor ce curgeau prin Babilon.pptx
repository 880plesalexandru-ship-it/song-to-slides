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malurile râurilor ce curgeau prin Babilon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malurile râurilor ce curgeau prin Babilon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Stăteau în vremea veche evreii duşi ca robi,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Plângeau când gândul lor se îndrepta către Sion,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Locaşu-n care odată ’nălţau spre cer cântări.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sălciile bătrâne ce spre apă se-aplecau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Îşi puseră-a lor harfe în timp ce se-odihneau.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Biruitorii lor cereau ca sfintele cântări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fie iar cântate şi acolo-n ţara 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Ierusalime, Ierusalime, ah, mi-e dor, mi-e dor de tine!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Ierusalime, ah, mi-e dor, mi-e dor de tine!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Ierusalime, când voi intra din nou în tine?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Cum să cântăm cântările Domnului Dumnezeu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să cântăm cântările Domnului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un pământ în care cu toţi străini suntem?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să cântăm cântările Acelui care ne-a creat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un pământ în care Domnul e uitat?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Ierusalime, dreapta mea să-şi uite slujba 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se lipească limba mea de cerul gurii ei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nu-mi voi aminti de tine şi de sfântul legământ,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Nu-i niciun loc ca tine pe acest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Ierusalime, Ierusalime, ah, mi-e dor, mi-e dor de tine!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Ierusalime, ah, mi-e dor, mi-e dor de tine!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Ierusalime, când voi intra din nou în tine?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malurile râurilor care curg prin Babilon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malurile râurilor care curg prin Babilon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Adesea-n astă lume suntem priviţi ca robi,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din robia neagră Domnul Isus ne-a scăpat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spre Cetatea sfântă noi mergem ne-ncetat.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Lăsând în urma noastră cântările de jale,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Privim cu ochii ţintă spre marea sărbătoare,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vom intra atunci pe porţi în Cetatea sfântă,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unde-n veci de veci lui Dumnezeu se cântă.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Ierusalime, oraş dorit unde Domnul e slăvit,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oraş dorit unde Domnul e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Ierusalime, noi vom cânta în cor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Cântarea minunată pentru Regele regilor.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Îţi mulţumim că ne-ai salvat şi haine albe Tu ne-ai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stăm mereu în faţa Ta, Isuse!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Sărbătoare-n veci va fi, căci Tu veşnic vei domni,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Prezenţa Ta ne va uni, Isuse!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