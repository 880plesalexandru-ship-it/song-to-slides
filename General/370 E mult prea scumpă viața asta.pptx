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 mult prea scumpă viața 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mult prea scumpă viața asta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s-o petreci nepăsător;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 mult prea scumpă orice clipă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S-o lași să treacă fără spor.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mult prea scump Cuvântul vieții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Să-l poți uita și-un ceas măcar;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 mult prea scumpă rugăciunea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poți nesocoti vreun har.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mult prea scumpă adunarea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faci totul pentru ea;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 mult prea scumpă-mbrățișarea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Să-ți pară vreo iertare grea.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mult prea scumpă răsplătirea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Statorniciei la sfârșit;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Să-ți pară-acum prea grea-ncercarea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care-o ai de suferit. :/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mult prea scumpă mântuirea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nu-i dai totul pe pământ;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Și pacea inimii și slava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Statornicului legământ. :/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mult prea scumpă veșnicia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S-o dai pe-o umbră și pe-un fum;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 mult prea scump Hristos și Raiul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dai tot să-L ai acum.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