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Toţi ar trebui să ştim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e crinul cel din vale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Trandafirul din Saron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tot El e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Cine este Salvatorul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ar trebui să ştim.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</a:t>
            </a:r>
            <a:r>
              <a:rPr b="0" i="0"/>
              <a:t>/:</a:t>
            </a:r>
            <a:r>
              <a:rPr b="1" i="0"/>
              <a:t> Toţi ar trebui să ştim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Toţi ar trebui să ştim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   Toţi ar trebui să ştim </a:t>
            </a:r>
            <a:r>
              <a:rPr sz="4800">
                <a:solidFill>
                  <a:srgbClr val="FFFFFF"/>
                </a:solidFill>
                <a:latin typeface="Calibri"/>
              </a:rPr>
              <a:t>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Toţi ar trebui să ştim, cine-i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El e raza cea de soare</a:t>
            </a:r>
            <a:r>
              <a:rPr b="0" i="0"/>
              <a:t>, </a:t>
            </a:r>
            <a:r>
              <a:rPr b="1" i="0"/>
              <a:t>Isus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e raza cea de soare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Luceafărul din zori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tot El e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susţine Universul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ar trebui să ştim.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</a:t>
            </a:r>
            <a:r>
              <a:rPr b="0" i="0"/>
              <a:t>/:</a:t>
            </a:r>
            <a:r>
              <a:rPr b="1" i="0"/>
              <a:t> Toţi ar trebui să ştim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Toţi ar trebui să ştim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   Toţi ar trebui să ştim </a:t>
            </a:r>
            <a:r>
              <a:rPr sz="4800">
                <a:solidFill>
                  <a:srgbClr val="FFFFFF"/>
                </a:solidFill>
                <a:latin typeface="Calibri"/>
              </a:rPr>
              <a:t>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Toţi ar trebui să ştim, cine-i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El e Salvatorul lumii</a:t>
            </a:r>
            <a:r>
              <a:rPr b="0" i="0"/>
              <a:t>, </a:t>
            </a:r>
            <a:r>
              <a:rPr b="1" i="0"/>
              <a:t>Isus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e Salvatorul lumii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al nostru Domn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tot El e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ne dă înţelepciune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Toţi ar trebui să ştim.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	</a:t>
            </a:r>
            <a:r>
              <a:rPr b="0" i="0"/>
              <a:t>/:</a:t>
            </a:r>
            <a:r>
              <a:rPr b="1" i="0"/>
              <a:t> Toţi ar trebui să ştim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sz="4800">
                <a:solidFill>
                  <a:srgbClr val="FFFFFF"/>
                </a:solidFill>
                <a:latin typeface="Calibri"/>
              </a:rPr>
              <a:t>/:</a:t>
            </a:r>
            <a:r>
              <a:rPr b="1" sz="4800">
                <a:solidFill>
                  <a:srgbClr val="FFFFFF"/>
                </a:solidFill>
                <a:latin typeface="Calibri"/>
              </a:rPr>
              <a:t> Toţi ar trebui să ştim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   Toţi ar trebui să ştim </a:t>
            </a:r>
            <a:r>
              <a:rPr sz="4800">
                <a:solidFill>
                  <a:srgbClr val="FFFFFF"/>
                </a:solidFill>
                <a:latin typeface="Calibri"/>
              </a:rPr>
              <a:t>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Toţi ar trebui să ştim, cine-i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