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Speranţa mea e în Isus, far luminos pe calea 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Speranţa mea e în Isus, far luminos pe calea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adăpost, e stânca mea tare-n furtuni şi vreme rea.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pace-mi dă prezenţa Sa, când temeri vin şi lupta-i grea,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pace-mi dă prezenţa Sa, când temeri vin şi lupta-i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Mângâietor e-al meu Isus, dragostea Lui îmi e de-ajuns.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Hristos cel întrupat, slava cerească-a părăsit.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 cel întrupat, slava cerească-a părăsit.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Divinul dar nepreţuit, de păcătos dispreţuit.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pace-mi dă prezenţa Sa, când temeri vin şi lupta-i grea,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pace-mi dă prezenţa Sa, când temeri vin şi lupta-i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Mângâietor e-al meu Isus, dragostea Lui îmi e de-ajuns.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 fost jertfit pe-o cruce grea, El, gloriosul Împărat.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fost jertfit pe-o cruce grea, El, gloriosul Împărat.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S-a ’nălţat biruitor, când din mormânt a înviat.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muri nevinovat, cu Dumnezeu ne-a împăcat,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muri nevinovat, cu Dumnezeu ne-a împăcat,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Păcatul meu e ispăşit, prin moartea Lui sunt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teamă sunt eliberat, doar prin puterea lui Isus.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teamă sunt eliberat, doar prin puterea lui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prima zi pân’ la apus de braţul Lui eu sunt condus.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	/: Nici iadul chiar şi nici vreun om,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	   Nu mă despart de-al meu sfânt Domn,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	   Şi până când ne-om întâlni, doar cu Isus eu voi trăi.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Prin sânge sfânt ce s-a vărsat, sunt de păcat eliberat,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sânge sfânt ce s-a vărsat, sunt de păcat eliberat,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sunt al Său şi El e-al meu, sunt un copil de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