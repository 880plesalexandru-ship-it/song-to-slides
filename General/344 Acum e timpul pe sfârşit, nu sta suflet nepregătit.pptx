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Acum e timpul pe sfârşit, nu sta suflet nepregătit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e timpul pe sfârşit, nu sta suflet nepregătit,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trece-aşa de iute-al zilelor şirag.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totuşi noi Îţi mulţumim, deşi suntem printre străini,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 rugăm, Isus iubit, la noi să vii.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iubirea Ta nemărginită să ne-o dai,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iubirea Ta nemărginită să ne-o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credinţa, pacea care duce înspre rai,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 să ne iubim în viaţa-aceasta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iubit, 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Acum vrem viaţa să I-o dăm, şi din iubire să lucrăm,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vrem viaţa să I-o dăm, şi din iubire să lucrăm,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via lui Isus, al nost’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va veni o clipă când, vom sta în faţa Lui cântând,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vom primi răsplata toţi din mâna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iubirea Ta nemărginită să ne-o dai,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iubirea Ta nemărginită să ne-o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credinţa, pacea care duce înspre rai,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 să ne iubim în viaţa-aceasta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iubit, 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Grădinar ceresc şi sfânt, mai lasă pomul pe Pământ,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Grădinar ceresc şi sfânt, mai lasă pomul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poate anu-acesta va aduce rod,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Îl voi uda şi-l voi săpa, şi-un an întreg m-oi ocupa,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dacă nu, la anul eu îl voi tăia.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iubirea Ta nemărginită să ne-o dai,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iubirea Ta nemărginită să ne-o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credinţa, pacea care duce înspre rai,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 să ne iubim în viaţa-aceasta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iubit, 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timpu-acesta neîncetat, fă să rodim rod mai bogat,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timpu-acesta neîncetat, fă să rodim rod mai bogat,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şi sămânţa în pământu-al patrulea.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dăm nici un pas ’napoi, să n-avem ură între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necaz să zicem: Doamne, fii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iubirea Ta nemărginită să ne-o dai,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iubirea Ta nemărginită să ne-o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credinţa, pacea care duce înspre rai,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 să ne iubim în viaţa-aceasta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iubit, pân’ la sfârşit.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