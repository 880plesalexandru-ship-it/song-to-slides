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străjerul care strigă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străjerul care strigă,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Glasul meu răsună astăzi pentru voi.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S-aveţi candela aprinsă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talanţii-acuma să vi-i pregătiţi.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este mult din noapte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Luceafărul pe cer va răsări,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Strig acum întâia 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Ascultaţi-mă, din somn să vă treziţi.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Vine Domnul,</a:t>
            </a:r>
            <a:r>
              <a:rPr b="0" i="0"/>
              <a:t> </a:t>
            </a:r>
            <a:r>
              <a:rPr b="1" i="0"/>
              <a:t>vine</a:t>
            </a:r>
            <a:r>
              <a:rPr b="0" i="0"/>
              <a:t>, </a:t>
            </a:r>
            <a:r>
              <a:rPr b="0" i="1"/>
              <a:t>vine iară,</a:t>
            </a:r>
            <a:r>
              <a:rPr b="0" i="0"/>
              <a:t> </a:t>
            </a:r>
            <a:r>
              <a:rPr b="1" i="0"/>
              <a:t>vine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Vine Domnul,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vine iară,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Vine iar Acela ce ne-a mântuit.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Vine Domnul,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vine iară,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ia şi să ne ducă sus în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Glasul meu răsună-n noapte,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Glasul meu răsună-n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Să-l audă vreau creştinii peste tot.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 Împăratul vine,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Paşii Lui se-aud mai clar în depărtări.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Lăsaţi lumea şi păcatul,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 curat să fie haina ce-o purtaţi.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Strig acum a doua 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Ascultaţi-mă, din somn să vă treziţi.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Vine Domnul,</a:t>
            </a:r>
            <a:r>
              <a:rPr b="0" i="0"/>
              <a:t> </a:t>
            </a:r>
            <a:r>
              <a:rPr b="1" i="0"/>
              <a:t>vine</a:t>
            </a:r>
            <a:r>
              <a:rPr b="0" i="0"/>
              <a:t>, </a:t>
            </a:r>
            <a:r>
              <a:rPr b="0" i="1"/>
              <a:t>vine iară,</a:t>
            </a:r>
            <a:r>
              <a:rPr b="0" i="0"/>
              <a:t> </a:t>
            </a:r>
            <a:r>
              <a:rPr b="1" i="0"/>
              <a:t>vine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Vine Domnul,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vine iară,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Vine iar Acela ce ne-a mântuit.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Vine Domnul,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vine iară,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vine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ia şi să ne ducă sus în 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