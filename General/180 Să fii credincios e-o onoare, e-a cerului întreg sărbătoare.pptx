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Să fii credincios e-o onoare, e-a cerului întreg sărbătoare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fii credincios e-o onoare, e-a cerului întreg sărbătoare,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porţi un nume ce l-ar vrea orice stea, orice floare.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chiar când îngerii de sus vor fi spus cu mirare.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fii credincios în Isus nu uita: e-o onoare!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fii credincios e-o minune, povestea ta în veci se va spune,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fii ca umbra unui spin cu suspin în genune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să ajungi o stea de foc ce deloc nu apune.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fii credincios în Isus nu uita: e-o minune!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fii credincios e-o speranţă, ce toarnă-n pieptul tău siguranţă,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ştii că nu poţi fi luat şi-aruncat în balanţă,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ştii că ai un sol de fier care-n cer te înalţă.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fii credincios în Isus nu uita: e-o speranţă!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fii credincios e o floare, pe care ceru-a scris „Îndurare”.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flori şi spini pe-acest Pământ toate sunt trecătoare,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tu-n grădina cea de sus vei fi dus cu mirare.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fii credincios în Isus nu uita: e o floare!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uita e-o onoare!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