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Gata mi-este inima să-Ţi cânte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Gata mi-este inima să-Ţi cânte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 psalm, un cântec nou spre slava Ta, Isuse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Spre slava Ta şi-a Tatălui din cer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Înalţ cântarea mea de laudă.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zori de zi Îţi cânt cu mulţumire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sufletul mi-e plin, mi-e plin de-a Ta iubire,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ziua când pe Tine Te-am urmat,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Mi-ai binecuvântat viaţa ne-ncetat.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Pământul, mările şi toate stelele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Pământul, mările şi toate stelele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preamăresc Numele Tău şi jertfa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Natura-n jurul meu Te laudă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Cerurile vestesc, Doamne, iubirea 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Mai de preţ ca orişice comoară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Mai de preţ ca orişice comoară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Este iubirea Ta din tot ce mă-nconjoară.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zi Te voi lăuda, Isus,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De jertfa Ta voi spune, voi cânta mereu.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orice zi Îţi cânt cu mulţumire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Căci sufletul mi-e plin, mi-e plin de fericire,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ziua când pe Tine Te-am urmat,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Mi-ai binecuvântat viaţa ne-ncetat.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Pământul, mările şi toate stelele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Pământul, mările şi toate stelele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Îţi preamăresc Numele Tău şi jertfa Ta.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Natura-n jurul meu Te laudă mereu,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Cerurile vestesc, Doamne, iubirea 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