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Cred în Dumnezeu ca Tată, în Isus Hristos ca Fiu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 în Dumnezeu ca Tată, în Isus Hristos ca Fiu,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 în Duhul Sfânt că este, cred Cuvântul că e viu,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 că mai este iertare pentru tot ce-am făcut rău,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aceea alerg la tronul Său.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 că Isus a fost jertfa, pe un lemn crucificat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mormânt lângă Golgota trupul I-a fost îngropat.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 că a-nviat precum a zis şi-apoi S-a arătat,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aceea la El am alergat.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Am luat hotărârea, înapoi nu voi da,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luat hotărârea, înapoi nu voi da,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privirea doar la cruce lumea-n spate-o voi lăsa.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Nu-mi va fi deloc ruşine să afirm că sunt creştin,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Voi sluji mereu prin harul Său divin.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Cred Cuvântul care spune: „Trebuie să te naşti din nou!”,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 Cuvântul care spune: „Trebuie să te naşti din nou!”,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veche e spălată şi totu-i făcut din nou,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 că dragostea lui Dumnezeu se va descoperi,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aceea mai mult Îi voi sluji.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 că este-un bine şi un rău, trăieşti şi apoi mori,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 că Biblia e harta spre a cerului comori.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 că nu sunt singur în Hristos, pe mulţi El a salvat,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aceea credinţă I-am jurat.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Am luat hotărârea, înapoi nu vom da,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luat hotărârea, înapoi nu vom da,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privirea doar la cruce lumea-n spate-o vom lăsa.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ne va fi ruşine să rostim „Suntem creştini”,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Vom sluji mereu prin harul Său divin.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