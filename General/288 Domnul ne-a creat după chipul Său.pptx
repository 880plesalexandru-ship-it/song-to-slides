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Domnul ne-a creat după chipul Său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Domnul ne-a creat după chipul Său,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El ne-a învăţat să urâm ce e rău,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Să nu ne mai întoarcem pe unde-am fost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n-are niciun rost.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mai vrem în lume să rătăcim,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Vrem de azi viaţa cu El s-o trăim,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ce-avem să punem în mâna Lui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mâna Domnului.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Căci dacă trăim, pentru Domnul trăim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Căci dacă trăim, pentru Domnul trăim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Şi dacă murim, pentru Domnul murim,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Deci fie că trăim, fie că murim,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Noi suntem ai Domnului. :/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Nu putem să ştim dacă mâine-n zori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Nu putem să ştim dacă mâine-n zori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Va fi o zi cu soare sau o zi cu nori,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Ştim însă că Domnul va fi cu noi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La bine şi-n nevoi.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Hotărâţi ’nainte vom alerga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Spre ceruri zi de zi ne vom înălţa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Nicio clipă nu vom privi ’napoi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Domnul e cu noi.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/: Căci dacă trăim, pentru Domnul trăim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Căci dacă trăim, pentru Domnul trăim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Şi dacă murim, pentru Domnul murim,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Deci fie că trăim, fie că murim,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Noi suntem ai Domnului. :/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