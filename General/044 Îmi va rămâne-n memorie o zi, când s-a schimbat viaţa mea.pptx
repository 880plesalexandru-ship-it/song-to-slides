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Îmi va rămâne-n memorie o zi, când s-a schimbat viaţa 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va rămâne-n memorie o zi, când s-a schimbat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mereu o voi şti, semnul iubirii e-n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Prieten bun, minunat, iubitor dorul mi l-a împlinit,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Vesel pot spune măreaţa minune, căci Domnul meu m-a mântuit.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Glorii din cer în mine s-au revărsat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Glorii din cer în mine s-au revărsat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la Calvar Isus m-a vindecat,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Povara mi s-a dus, sunt în harul lui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Glorii din cer în mine s-au revărsat.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sigiliul pe inimă-a pus: „Fiu în familia Sa”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sigiliul pe inimă-a pus: „Fiu în familia Sa”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curăţit de păcat prin Isus, o, cât de bine-i aşa.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clipa-aceea la El am venit ca un sărman păcătos,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Har mi-a dat mare schimbând a mea stare prin Domnul meu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Glorii din cer în mine s-au revărsat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Glorii din cer în mine s-au revărsat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la Calvar Isus m-a vindecat,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Povara mi s-a dus, sunt în harul lui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Glorii din cer în mine s-au revărsat.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am o mare nădejde de sus, ştiu că sunt asigurat,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am o mare nădejde de sus, ştiu că sunt asigurat,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în cer moştenitor cu Isus a tot ce e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le am din acea scumpă zi când m-am smerit şi-am crezut,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Aur, nestemate, comori minunate ce ochii nicicând n-au văzut.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Glorii din cer în mine s-au revărsat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Glorii din cer în mine s-au revărsat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la Calvar Isus m-a vindecat,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Povara mi s-a dus, sunt în harul lui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Glorii din cer în mine s-au revărsat.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