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 un cântec nou în inimă, șoapta dulce-a lui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un cântec nou în inimă, șoapta dulce-a lui Isus: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„Sunt cu tine, nu te-ngrijora, brațul Meu îți e de-ajuns.”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Scumpe Domn, Isuse, nume minunat,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Scumpe Domn, Isuse, nume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Umple-a mea ființă să-Ți cânt harul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Viața mi-a fost frântă de păcat, chinu-n suflet mi-a pătruns,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Viața mi-a fost frântă de păcat, chinu-n suflet mi-a pătruns,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Isus de toate m-a spălat, noi speranțe m-au cuprins.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Scumpe Domn, Isuse, nume minunat,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Scumpe Domn, Isuse, nume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Umple-a mea ființă să-Ți cânt harul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curând Isus va reveni peste cerul înstelat,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 Isus va reveni peste cerul înstelat,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zbura cu El spre alte zări unde El e Împărat.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Scumpe Domn, Isuse, nume minunat,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Scumpe Domn, Isuse, nume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Umple-a mea ființă să-Ți cânt harul ne-ncetat.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