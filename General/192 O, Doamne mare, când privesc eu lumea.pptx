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O, Doamne mare, când privesc eu lumea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 mare, când privesc eu lumea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ai creat-o prin al Tău Cuvânt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fiinţele ce-mpodobesc natura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le-ntreţii cu braţul Tău cel sfânt.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Atunci Îţi cânt, măreţ Stăpânitor,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Atunci Îţi cânt, măreţ Stăpânitor,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Ce mare eşti, ce mare eşti!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Privirea când mi-o ’nalţ şi văd minunea,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Privirea când mi-o ’nalţ şi văd minunea,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Mulţimea astrelor ce-alerg pe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Măreţul soare cât şi blânda lună,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mingi de aur plutind prin eter.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Atunci Îţi cânt, măreţ Stăpânitor,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Atunci Îţi cânt, măreţ Stăpânitor,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Ce mare eşti, ce mare eşti!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întâlnesc pe Domnul în Scriptură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întâlnesc pe Domnul în Scriptură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zăresc mulţimea de-ndurări,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Pe-ai Săi aleşi cum i-a iubit întruna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i-a condus prin binecuvântări.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Atunci Îţi cânt, măreţ Stăpânitor,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Atunci Îţi cânt, măreţ Stăpânitor,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Ce mare eşti, ce mare eşti!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Domnul meu mă va chema la Sine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Domnul meu mă va chema la Sine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voi sta uimit în faţa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Privind pe Domnul Sfânt al veşniciei,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Căzând la tronu-I mă voi închina.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Atunci Îţi cânt, măreţ Stăpânitor,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Atunci Îţi cânt, măreţ Stăpânitor,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Ce mare eşti, ce mare eşti!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