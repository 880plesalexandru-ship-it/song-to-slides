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fiecare dimineață, Doamne-Ți înnoiești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fiecare dimineață, Doamne-Ți înnoiești: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Bunătatea Ta, și-ndurarea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Sănătate, viață-mi dai zi de zi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Tatăl meu, Îți mulțumesc.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Depind de Tine, Domnul meu,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Depind de Tine,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tot ce fac doresc să-nalț numele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am e-un dar, primit din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iubesc, mă închin și-ți mulțumesc.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brațul Tău divin de Tată, Tu mă ocrotești,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brațul Tău divin de Tată, Tu mă ocrotești,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mereu, Doamne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grijă-mi porți cum nimeni altul n-ar putea nicicând,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meu Iubit, Credincios si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Depind de Tine, Domnul meu,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Depind de Tine,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tot ce fac doresc să-nalț numele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am e-un dar, primit din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iubesc, mă închin și-ți mulțumesc.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Atât cât voi avea suflare, Te voi lăuda,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Atât cât voi avea suflare, Te voi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viața mea, prin purtarea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Calea către tine Doamne o voi mărturisi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Și-ntro zi în cer Tu mă vei primi.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Depind de Tine, Domnul meu,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Depind de Tine,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tot ce fac doresc să-nalț numele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am e-un dar, primit din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iubesc, mă închin și-ți mulțumesc.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