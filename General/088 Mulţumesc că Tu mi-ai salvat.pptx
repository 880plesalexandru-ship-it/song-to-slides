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Mulţumesc că Tu mi-ai salvat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Mulţumesc că Tu mi-ai salvat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pierdut în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apoi Tu mi-ai dăruit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Harul divin ce m-a mântuit.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Liber sunt, bogat, fericit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pe Isus eu L-am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Marea-I milă El Şi-a arătat,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Purtând pe cruce al meu păcat.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Mulţumesc, Doamne-Ţi mulţumesc,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vreau la Tine găsesc.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Liber sunt, bogat,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De când în inimă Te-am primit.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urmez mereu, zi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Orişiunde vei merge voi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veci de Tin’ m-am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Mi-este de-ajuns haru-Ţi minunat.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