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Inima-mi cântă de bucurie, sunt vesel, fericit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Inima-mi cântă de bucurie, sunt vesel,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Dumnezeu pentru veşnicie viaţă mi-a dăruit.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Mi-a dat credinţă şi biruinţă prin El eu pot avea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Şi-am mai primit prin făgăduinţă nădejdea şi dragostea.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Domnul meu, o, Domnul meu,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Domnul meu, o,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sunt al Tău de-aceea-Ţi mulţumesc mereu.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M-a învăţat şi mi-a dat putere prin al Său sfânt Cuvânt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 învăţat şi mi-a dat putere prin al Său sfânt Cuvânt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pot să cânt şi orice mi-ar cere cât voi fi pe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printr-o viaţă de rugăciune vreau să Îi mulţumesc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prin Cuvântu-I orice mi-ar spune vreau ca să împlinesc.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Domnul meu, o, Domnul meu,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Domnul meu, o,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sunt al Tău de-aceea-Ţi mulţumesc mereu.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Atât credinţa, cât şi nădejdea mă vor călăuzi,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Atât credinţa, cât şi nădejdea mă vor călăuzi,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Pe-acest Pământ, în viaţa aceasta, atât cât voi trăi.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va conduce în veşnicie, cu El voi fi mereu.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 este nepieritoare căci dragostea-i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Domnul meu, o, Domnul meu,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Domnul meu, o,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sunt al Tău de-aceea-Ţi mulţumesc mereu.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