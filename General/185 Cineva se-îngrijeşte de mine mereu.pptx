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Cineva se-îngrijeşte de mine mereu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Cineva se-îngrijeşte de mine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Nu, o, nu e-ntâmplarea, e-al meu Dumnezeu.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Zilnic toarnă asupra mea daruri din plin,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Mulţumire I-aduc şi mă-nchin.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1" i="0"/>
              <a:t>Ştiu că </a:t>
            </a:r>
            <a:r>
              <a:rPr b="0" i="0"/>
              <a:t>e Cineva şi Îi mulţumesc,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Ştiu că </a:t>
            </a:r>
            <a:r>
              <a:rPr sz="4800">
                <a:solidFill>
                  <a:srgbClr val="FFFFFF"/>
                </a:solidFill>
                <a:latin typeface="Calibri"/>
              </a:rPr>
              <a:t>e Cineva şi Îi mulţumesc,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Ştiu că </a:t>
            </a:r>
            <a:r>
              <a:rPr sz="4800">
                <a:solidFill>
                  <a:srgbClr val="FFFFFF"/>
                </a:solidFill>
                <a:latin typeface="Calibri"/>
              </a:rPr>
              <a:t>e Cineva, este Tatăl ceresc.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Ştiu că</a:t>
            </a:r>
            <a:r>
              <a:rPr sz="4800">
                <a:solidFill>
                  <a:srgbClr val="FFFFFF"/>
                </a:solidFill>
                <a:latin typeface="Calibri"/>
              </a:rPr>
              <a:t> darul nespus e Domnul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măreţ e-al meu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Mulţi nu cred azi în Domnul, slăvit creator,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Mulţi nu cred azi în Domnul, slăvit creator,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Nici nu văd al naturii şi-al vieţii izvor.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ce inimi sărace în valul lumii,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toate n-au cui mulţumi.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1" i="0"/>
              <a:t>Ştiu că </a:t>
            </a:r>
            <a:r>
              <a:rPr b="0" i="0"/>
              <a:t>e Cineva şi Îi mulţumesc,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Ştiu că </a:t>
            </a:r>
            <a:r>
              <a:rPr sz="4800">
                <a:solidFill>
                  <a:srgbClr val="FFFFFF"/>
                </a:solidFill>
                <a:latin typeface="Calibri"/>
              </a:rPr>
              <a:t>e Cineva şi Îi mulţumesc,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Ştiu că </a:t>
            </a:r>
            <a:r>
              <a:rPr sz="4800">
                <a:solidFill>
                  <a:srgbClr val="FFFFFF"/>
                </a:solidFill>
                <a:latin typeface="Calibri"/>
              </a:rPr>
              <a:t>e Cineva, este Tatăl ceresc.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Ştiu că</a:t>
            </a:r>
            <a:r>
              <a:rPr sz="4800">
                <a:solidFill>
                  <a:srgbClr val="FFFFFF"/>
                </a:solidFill>
                <a:latin typeface="Calibri"/>
              </a:rPr>
              <a:t> darul nespus e Domnul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măreţ e-al meu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Dintre daruri cel mai scump şi cel mai frumos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Dintre daruri cel mai scump şi cel mai frumos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Este darul salvării prin Isus Hristos.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N-am cuvinte şi versuri să-I spun dragostea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e-n clocot în inima mea.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1" i="0"/>
              <a:t>Ştiu că </a:t>
            </a:r>
            <a:r>
              <a:rPr b="0" i="0"/>
              <a:t>e Cineva şi Îi mulţumesc,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Ştiu că </a:t>
            </a:r>
            <a:r>
              <a:rPr sz="4800">
                <a:solidFill>
                  <a:srgbClr val="FFFFFF"/>
                </a:solidFill>
                <a:latin typeface="Calibri"/>
              </a:rPr>
              <a:t>e Cineva şi Îi mulţumesc,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Ştiu că </a:t>
            </a:r>
            <a:r>
              <a:rPr sz="4800">
                <a:solidFill>
                  <a:srgbClr val="FFFFFF"/>
                </a:solidFill>
                <a:latin typeface="Calibri"/>
              </a:rPr>
              <a:t>e Cineva, este Tatăl ceresc.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Ştiu că</a:t>
            </a:r>
            <a:r>
              <a:rPr sz="4800">
                <a:solidFill>
                  <a:srgbClr val="FFFFFF"/>
                </a:solidFill>
                <a:latin typeface="Calibri"/>
              </a:rPr>
              <a:t> darul nespus e Domnul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măreţ e-al meu Dumnezeu.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