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Pentru Tine vreau să trăiesc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Tu mă poţi păzi, mă poţi ocroti,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orice ceas, în orice zi, Isuse.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Destinul mi-l conduci şi-n cele mai mari răscruci,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Îmi dai biruinţă mereu, Tu eşti Domnul meu, Isuse.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Tine vreau să trăiesc,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Tine vreau să trăiesc,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port Numele Tău în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Lumina Ta s-o răspândesc,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Nimeni altul nu-i ca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Sunt foarte trecător, aproape ca un nor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foarte trecător, aproape ca un nor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totuşi, Doamne, Tu mă ştii pe nume.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unde vin şi merg, Tu ştii cel mai bine,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din nou, Te rog, o, Doamne, ai milă de mine, de mine!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Tine vreau să trăiesc,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Tine vreau să trăiesc,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port Numele Tău în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Lumina Ta s-o răspândesc,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Nimeni altul nu-i ca Tine.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