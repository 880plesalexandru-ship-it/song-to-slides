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Singur eram, singur eram în această lume, singur eram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Singur eram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singur eram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în această lume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singur eram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ştiam anume de păcat.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Singur credeam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singur credeam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că se poate-nvinge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singur credeam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Orişice te-împinge doar înspre iad.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Dar până când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dar până când </a:t>
            </a:r>
            <a:r>
              <a:rPr i="1" sz="4800">
                <a:solidFill>
                  <a:srgbClr val="FFFFFF"/>
                </a:solidFill>
                <a:latin typeface="Calibri"/>
              </a:rPr>
              <a:t>un copil în viaţă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dar până când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Mi-a dat o povaţă, vrând, nevrând.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Şi mi-a vorbit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şi mi-a vorbit </a:t>
            </a:r>
            <a:r>
              <a:rPr i="1" sz="4800">
                <a:solidFill>
                  <a:srgbClr val="FFFFFF"/>
                </a:solidFill>
                <a:latin typeface="Calibri"/>
              </a:rPr>
              <a:t>de Mântuitorul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şi mi-a vorbit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Atotcreatorul mi-a rămas în gând.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Şi-atunci mă-ntreb neîncetat de ce oare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Şi-atunci mă-ntreb neîncetat de ce oare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Tu, amice, ai uitat că eşti nimic sub soare?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Hai la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hai la Isus! </a:t>
            </a:r>
            <a:r>
              <a:rPr i="1" sz="4800">
                <a:solidFill>
                  <a:srgbClr val="FFFFFF"/>
                </a:solidFill>
                <a:latin typeface="Calibri"/>
              </a:rPr>
              <a:t>Viaţa îţi lungeşte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hai la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te curăţeşte azi Domnul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Azi cu Isus</a:t>
            </a:r>
            <a:r>
              <a:rPr b="0" i="0"/>
              <a:t>, </a:t>
            </a:r>
            <a:r>
              <a:rPr b="1" i="0"/>
              <a:t>azi cu Isus</a:t>
            </a:r>
            <a:r>
              <a:rPr b="0" i="1"/>
              <a:t> printre munţi şi codri</a:t>
            </a:r>
            <a:r>
              <a:rPr b="0" i="0"/>
              <a:t>, </a:t>
            </a:r>
            <a:r>
              <a:rPr b="1" i="0"/>
              <a:t>azi cu Isus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Azi cu Isus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azi cu Isus</a:t>
            </a:r>
            <a:r>
              <a:rPr i="1" sz="4800">
                <a:solidFill>
                  <a:srgbClr val="FFFFFF"/>
                </a:solidFill>
                <a:latin typeface="Calibri"/>
              </a:rPr>
              <a:t> printre munţi şi codri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azi cu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furtuni şi neguri nu mă tem.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Azi cu Isus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azi cu Isus</a:t>
            </a:r>
            <a:r>
              <a:rPr i="1"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viaţa e frumoasă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azi cu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Calea-i luminoasă, haideţi să-L urmăm!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ne dă tot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ne dă tot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şi belşug, şi pâine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ne dă tot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Ape cristaline de izvor.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ştie tot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ştie tot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când e rău sau bine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El ştie tot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 El mi-o ţine cu aprig 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Şi-atunci mă-ntreb neîncetat de ce oare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Şi-atunci mă-ntreb neîncetat de ce oare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Tu, amice, ai uitat că eşti nimic sub soare?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Hai la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hai la Isus! </a:t>
            </a:r>
            <a:r>
              <a:rPr i="1" sz="4800">
                <a:solidFill>
                  <a:srgbClr val="FFFFFF"/>
                </a:solidFill>
                <a:latin typeface="Calibri"/>
              </a:rPr>
              <a:t>Viaţa îţi lungeşte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hai la Isus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te curăţeşte azi Domnul Isus.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