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El ne-a iubit venind în 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ne-a iubit venind în lume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noi pierduţi să fim salvaţi.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Prin sângele-I vărsat pe cruce,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Golgota, Isus Hristos ne-a mântuit.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Ştiind că-I viu poţi învinge teama.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Ştiind că-I viu poţi învinge teama.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eu sunt viu căci m-a salvat.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când ispita grea mă va ajunge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braţul Său mă simt mereu învingător.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Ca un copil ce se încrede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 un copil ce se încrede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tatăl său, pe-acest Pământ,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Aşa mă-ncred şi eu în Domnul,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de păcat pe mine m-a eliberat.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Ştiind că-I viu poţi învinge teama.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Ştiind că-I viu poţi învinge teama.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eu sunt viu căci m-a salvat.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când ispita grea mă va ajunge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braţul Său mă simt mereu învingător.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Când voi pleca în veşnicie,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voi pleca în veşnicie,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Când lupta grea se va sfârşi,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Îl voi vedea pe tron de slavă,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boldul morţii l-a învins prin jertfa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Ştiind că-I viu poţi învinge teama.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Ştiind că-I viu poţi învinge teama.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eu sunt viu căci m-a salvat.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când ispita grea mă va ajunge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În braţul Său mă simt mereu învingător.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