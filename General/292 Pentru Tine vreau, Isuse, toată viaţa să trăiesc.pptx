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Pentru Tine vreau, Isuse, toată viaţa să trăiesc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Tine vreau, Isuse, toată viaţa să trăiesc,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Adevărul Tău în lume şi-al Tău Nume să-L vestesc.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Pentru Tine vreau, Isuse, toată viaţa să mă lupt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Pentru Tine vreau, Isuse, toată viaţa să mă lupt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Până-n clipa sfântă-n care lanţul tare fi-va rupt.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Pentru Tine vreau, Isuse, să-nving orice suferinţi,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Tine vreau, Isuse, să-nving orice suferinţi,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Am ales a jertfei cale, pentru-a Tale biruinţi.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Pentru Tine vreau, Isuse, toată viaţa să mă lupt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Pentru Tine vreau, Isuse, toată viaţa să mă lupt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Până-n clipa sfântă-n care lanţul tare fi-va rupt.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Pentru Tine vreau, Isuse, să trăiesc, să cânt, să mor,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Tine vreau, Isuse, să trăiesc, să cânt, să mor,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vestesc a Tale sfinte, dulci cuvinte tuturor.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Pentru Tine vreau, Isuse, toată viaţa să mă lupt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Pentru Tine vreau, Isuse, toată viaţa să mă lupt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Până-n clipa sfântă-n care lanţul tare fi-va rupt.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Pentru Tine, drag Isuse, tot ce am de mi-aş jertfi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Tine, drag Isuse, tot ce am de mi-aş jertfi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N-am să pot cu viaţa toată, niciodată răsplăti.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Pentru Tine vreau, Isuse, toată viaţa să mă lupt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Pentru Tine vreau, Isuse, toată viaţa să mă lupt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Până-n clipa sfântă-n care lanţul tare fi-va rupt.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