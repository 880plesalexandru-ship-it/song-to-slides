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Isus ne-a salvat de la moarte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ne-a salvat de la moarte,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ce vrei să dai înapoi?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Privește ‘nainte-i cununa,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Și-i doar pentru biruitori.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 /: Mai luptă, mai rabdă, nu da ‘napoi,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/: Mai luptă, mai rabdă, nu da ‘napoi,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te-ntărește și-ți dă puteri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și-a dat viața să fii mântuit,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Nu-ți pierde chemarea ce ai primit. : 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Venirea Lui e foarte aproape,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Venirea Lui e foarte aproape,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mulți stau, că au obosit,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Biserică-i timpul trezirii,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ceasul e chiar pe sfârșit.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 /: Mai luptă, mai rabdă, nu da ‘napoi,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/: Mai luptă, mai rabdă, nu da ‘napoi,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te-ntărește și-ți dă puteri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și-a dat viața să fii mântuit,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Nu-ți pierde chemarea ce ai primit. : 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 calea aceasta e luptă,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calea aceasta e luptă,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lacrimi, suspini, sunt dureri...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ea este calea ce duce,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Domnul Hristos sus în cer.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 /: Mai luptă, mai rabdă, nu da ‘napoi,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/: Mai luptă, mai rabdă, nu da ‘napoi,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te-ntărește și-ți dă puteri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și-a dat viața să fii mântuit,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Nu-ți pierde chemarea ce ai primit. : 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