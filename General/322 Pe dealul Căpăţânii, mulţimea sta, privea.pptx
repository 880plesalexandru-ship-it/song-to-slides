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Pe dealul Căpăţânii, mulţimea sta, privea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dealul Căpăţânii, mulţimea sta, privea,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Trei cruci, trei condamnaţi, trei vieţi de om.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ură fără milă, batjocori adresau,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Celui ce îi iubea şi îi ierta,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Deodat’ un întuneric, cutremur de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fulgere din cer s-au năpustit,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 parte din mânia divină a vorbit,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nimeni n-a-nţeles, n-a auzit.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Doar un sutaş şi un tâlhar,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Doar un sutaş şi un tâlhar,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Te-au cunoscut şi au crezut,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 eşti Isus venit din cer,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Hristos, Fiul lui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Şi azi mulţimi de oameni aud despre Isus,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azi mulţimi de oameni aud despre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dragostea Lui pentru păcătos.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stau în necredinţă cu inimi de mormânt,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dragostea-I resping neascultând,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Le place-n întuneric căci nu vor renunţa,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viaţa de păcat şi de desfrâu,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mare-nşelăciune şi goană după vânt,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toate vor pieri ca pleava-n vânt.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Doar un sutaş şi un tâlhar,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Doar un sutaş şi un tâlhar,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Te-au cunoscut şi au crezut,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 eşti Isus venit din cer,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Hristos, Fiul lui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Lui Isus deschide-I inima,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Lui Isus deschide-I inima,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crezi în El, primeşte-I dragostea,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Niciodată El nu va pleca din viaţa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Spune şi tu, spune aşa: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Doar un sutaş şi un tâlhar,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Doar un sutaş şi un tâlhar,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Te-au cunoscut şi au crezut,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 eşti Isus venit din cer,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Hristos, Fiul lui Dumnezeu.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