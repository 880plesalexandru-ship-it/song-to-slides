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casa Ta, Doamne, aud Cuvântul Sfânt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casa Ta, Doamne, aud Cuvântul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nu mai pot s-aud niciunde pe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Cuvântul Tău e plin de-nvăţături şi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El e „Da, Amin!” şi nu-i spus în zadar.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 zi cu Tine dă bucurii depline şi răsplătiri divine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zi cu Tine dă bucurii depline şi răsplătiri divine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simţi al Duhului Sfânt foc.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zi cu Tine, Doamne, eu ştiu prea bine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mult e pentru mine decât o mie în alt loc.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casa Ta, Doamne, aud cântări şi vers,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casa Ta, Doamne, aud cântări şi vers,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nu mai pot s-aud niciunde-n Univers.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sufletu-mi nu vrea din alt izvor să bea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din cel divin, izvor din casa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 zi cu Tine dă bucurii depline şi răsplătiri divine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zi cu Tine dă bucurii depline şi răsplătiri divine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simţi al Duhului Sfânt foc.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zi cu Tine, Doamne, eu ştiu prea bine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mult e pentru mine decât o mie în alt loc.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casa Ta, Doamne, genunchiul când mi-l plec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casa Ta, Doamne, genunchiul când mi-l plec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Clipe de părtăşii cu Tine eu petrec.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simt cum torni din plin în vasul însetat,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glasul Tău „Amin!” răspund neîncetat.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 zi cu Tine dă bucurii depline şi răsplătiri divine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zi cu Tine dă bucurii depline şi răsplătiri divine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simţi al Duhului Sfânt foc.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zi cu Tine, Doamne, eu ştiu prea bine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mult e pentru mine decât o mie în alt loc.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