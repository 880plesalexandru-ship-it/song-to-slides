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Eşti atât de obosit, iubite călător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atât de obosit, iubite călător,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umblat pe căi străine, fiu rătăcitor.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cutreierat Pământul şi-ai cules în palme vântul,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Chinuit ai fost de rău.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acum te iartă Sfântul, bunul Dumnezeu.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Obosită ţi-e privirea, capul ţi-e plecat,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Soarta crudă-ai cunoscut-o, fiu nemângâiat.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ai vrut să-ţi afli calea, unde-i plânsul, unde-i jalea,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N-ai ştiut de Cel de 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Auzi cum răsună valea numai de Isus.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Îţi trimite astăzi Domnul un cuvânt de har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să-ţi dea cununa vieţii ca mărgăritar.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 să-ţi fie plină de a Domnului lumină,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fereşte de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fie-n grâu neghină, Domnul te-a iertat.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