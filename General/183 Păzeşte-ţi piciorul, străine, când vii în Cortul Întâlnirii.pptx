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Păzeşte-ţi piciorul, străine, când vii în Cortul Întâlnirii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Păzeşte-ţi piciorul, străine, când vii în Cortul Întâlnirii,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poarta Dumnezeului viu, Cetatea nemuririi.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este poarta cerurilor, e calea ce duce în sus.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poarta cerurilor, e calea ce duce în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Regele regilor, aici domneşte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vine cel cu dureri şi necaz, aici vine cel care plânge,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vine cel cu dureri şi necaz, aici vine cel care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vin acei cu lacrimi pe obraz spălaţi în sfântul sânge.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este poarta cerurilor, e calea ce duce în 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poarta cerurilor, e calea ce duce în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Regele regilor, aici domneşte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e puterea ce mişcă munţii, puterea de la Rusalii.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 puterea ce mişcă munţii, puterea de la Rusalii.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Biserica celor întâi născuţi, cântându-I osanale.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este poarta cerurilor, e calea ce duce în 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poarta cerurilor, e calea ce duce în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Regele regilor, aici domneşte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vin bolnavi şi acei disperaţi, vin cei ce doresc vindecare,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vin bolnavi şi acei disperaţi, vin cei ce doresc vindecare,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 cei chinuiţi de demoni necuraţi, aici e o scăldătoare.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Aici este poarta cerurilor, e calea ce duce în 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poarta cerurilor, e calea ce duce în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este Regele regilor, aici domneşte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