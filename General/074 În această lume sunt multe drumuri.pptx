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În această lume sunt multe drumuri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această lume sunt multe drumuri,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numai unul duce spre cer.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acest drum peste Golgota trece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mergi pe el, vei fi pierdut.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Departe de stele, departe de lume,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Departe de stele, departe de lume,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Acolo-i ţara mea, ai auzit de ea?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Departe de stele este o lume nouă,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Acolo-i ţara mea, ce prin credinţă-am moştenit.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această lume sunt multe drumuri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această lume sunt multe drumuri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fiecare are sfârşit,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în curând vom părăsi această lume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unde mergem se-ntreabă mulţi.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Departe de stele, departe de lume,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Departe de stele, departe de lume,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Acolo-i ţara mea, ai auzit de ea?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Departe de stele este o lume nouă,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Acolo-i ţara mea, ce prin credinţă-am moştenit.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Din această lume pleacă fiecare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această lume pleacă fiecare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în curând vei pleca şi tu.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 auzit această veste minunată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te aşteptă în veşnicii?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Departe de stele, departe de lume,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Departe de stele, departe de lume,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Acolo-i ţara mea, ai auzit de ea?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Departe de stele este o lume nouă,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Acolo-i ţara mea, ce prin credinţă-am moştenit.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