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Doamne-n Tine mă încred căci Tu eşti al meu păstor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Doamne-n Tine mă încred căci Tu eşti al meu păstor,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Lipsă de nimic nu voi duce,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Tine hrană am, mi-eşti Tu singur ajutor,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bine e lângă Tine!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mă las acum, Isus, pe braţul Tău sfânt,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mă las acum, Isus, pe braţul Tău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Mă las în a Ta-ngrijire.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Chiar de-ar fi ca eu să trec prin a umbrei morţii văi,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de-ar fi ca eu să trec prin a umbrei morţii văi,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Teamă de nimic nu îmi este,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cu Tine eu când merg niciun rău nu-mi poate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bine e lângă Tine!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mă las acum, Isus, pe braţul Tău sfânt,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mă las acum, Isus, pe braţul Tău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Mă las în a Ta-ngrijire.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cel rău ’nainte-mi stă eu la Tine apelez,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cel rău ’nainte-mi stă eu la Tine apelez,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 că nu refuzi a mea rugă,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mea să o conduci, să o binecuvântezi,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trăi cu Tine-mpreună.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mă las acum, Isus, pe braţul Tău sfânt,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mă las acum, Isus, pe braţul Tău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Mă las în a Ta-ngrijire.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