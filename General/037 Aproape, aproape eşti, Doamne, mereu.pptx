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Aproape, aproape eşti, Doamne,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Aproape, aproape eşti, Doamne,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cel ce-i cu inima frântă,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Aproape, aproape Tu eşti lângă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Şi-l pui cu piciorul pe stâncă.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îngerul Tău tăbărăşte mereu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îngerul Tău tăbărăşte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Şi-l apără-n valea adâncă,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cheamă-l îndrumă, se-îndură de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Şi-l pune pe stâncă.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Aproape, aproape eşti, Doamne, mereu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Aproape, aproape eşti, Doamne,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cei ce Satan le alungă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pacea, şi-odihna şi gândul simţit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Şi-i pui cu piciorul pe stâncă.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îngerul Tău tăbărăşte mereu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îngerul Tău tăbărăşte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Şi-l apără-n valea adâncă,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Îl cheamă-l îndrumă, se-îndură de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Şi-l pune pe stâncă.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dulcea iertare ce-n dar o primesc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dulcea iertare ce-n dar o primesc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Le-alină durerea adâncă,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Senini ei atunci slava Ta o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stau cu piciorul pe stâncă.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îngerul Tău tăbărăşte mereu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îngerul Tău tăbărăşte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Şi-i apără-n valea adâncă,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Îi cheamă-i îndrumă, se-îndură de ei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Şi-i pune pe stâncă.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