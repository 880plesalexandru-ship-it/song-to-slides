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Isuse, pentru mine cerul ai părăsit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Isuse, pentru mine cerul ai părăsit,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străluciri măreţe, Doamne, Te-ai despărţit.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 </a:t>
            </a:r>
            <a:r>
              <a:rPr b="1" i="0"/>
              <a:t>locul meu</a:t>
            </a:r>
            <a:r>
              <a:rPr b="0" i="0"/>
              <a:t>,</a:t>
            </a:r>
            <a:r>
              <a:rPr b="1" i="0"/>
              <a:t> </a:t>
            </a:r>
            <a:r>
              <a:rPr b="0" i="0"/>
              <a:t>locul meu </a:t>
            </a:r>
            <a:r>
              <a:rPr b="1" i="0"/>
              <a:t>Isuse</a:t>
            </a:r>
            <a:r>
              <a:rPr b="0" i="0"/>
              <a:t>, pe cruce ai murit,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</a:t>
            </a:r>
            <a:r>
              <a:rPr b="1" sz="4800">
                <a:solidFill>
                  <a:srgbClr val="FFFFFF"/>
                </a:solidFill>
                <a:latin typeface="Calibri"/>
              </a:rPr>
              <a:t>locul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locul meu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Isuse</a:t>
            </a:r>
            <a:r>
              <a:rPr sz="4800">
                <a:solidFill>
                  <a:srgbClr val="FFFFFF"/>
                </a:solidFill>
                <a:latin typeface="Calibri"/>
              </a:rPr>
              <a:t>, pe cruce ai murit,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Domnul meu,</a:t>
            </a:r>
            <a:r>
              <a:rPr b="1" sz="4800">
                <a:solidFill>
                  <a:srgbClr val="FFFFFF"/>
                </a:solidFill>
                <a:latin typeface="Calibri"/>
              </a:rPr>
              <a:t> Isuse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în veci să fii slăvit.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Isuse, pentru mine sărac Tu ai venit,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Isuse, pentru mine sărac Tu ai venit,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Tine orişicine refugiul a găsit.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 </a:t>
            </a:r>
            <a:r>
              <a:rPr b="1" i="0"/>
              <a:t>locul meu</a:t>
            </a:r>
            <a:r>
              <a:rPr b="0" i="0"/>
              <a:t>,</a:t>
            </a:r>
            <a:r>
              <a:rPr b="1" i="0"/>
              <a:t> </a:t>
            </a:r>
            <a:r>
              <a:rPr b="0" i="0"/>
              <a:t>locul meu </a:t>
            </a:r>
            <a:r>
              <a:rPr b="1" i="0"/>
              <a:t>Isuse</a:t>
            </a:r>
            <a:r>
              <a:rPr b="0" i="0"/>
              <a:t>, pe cruce ai murit,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</a:t>
            </a:r>
            <a:r>
              <a:rPr b="1" sz="4800">
                <a:solidFill>
                  <a:srgbClr val="FFFFFF"/>
                </a:solidFill>
                <a:latin typeface="Calibri"/>
              </a:rPr>
              <a:t>locul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locul meu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Isuse</a:t>
            </a:r>
            <a:r>
              <a:rPr sz="4800">
                <a:solidFill>
                  <a:srgbClr val="FFFFFF"/>
                </a:solidFill>
                <a:latin typeface="Calibri"/>
              </a:rPr>
              <a:t>, pe cruce ai murit,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Domnul meu,</a:t>
            </a:r>
            <a:r>
              <a:rPr b="1" sz="4800">
                <a:solidFill>
                  <a:srgbClr val="FFFFFF"/>
                </a:solidFill>
                <a:latin typeface="Calibri"/>
              </a:rPr>
              <a:t> Isuse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în veci să fii slăvit.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Isuse Salvatorul, prin Tine-s mântuit,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 Salvatorul, prin Tine-s mântuit,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când trăieşti în mine mă simt preafericit.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 </a:t>
            </a:r>
            <a:r>
              <a:rPr b="1" i="0"/>
              <a:t>locul meu</a:t>
            </a:r>
            <a:r>
              <a:rPr b="0" i="0"/>
              <a:t>,</a:t>
            </a:r>
            <a:r>
              <a:rPr b="1" i="0"/>
              <a:t> </a:t>
            </a:r>
            <a:r>
              <a:rPr b="0" i="0"/>
              <a:t>locul meu </a:t>
            </a:r>
            <a:r>
              <a:rPr b="1" i="0"/>
              <a:t>Isuse</a:t>
            </a:r>
            <a:r>
              <a:rPr b="0" i="0"/>
              <a:t>, pe cruce ai murit,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</a:t>
            </a:r>
            <a:r>
              <a:rPr b="1" sz="4800">
                <a:solidFill>
                  <a:srgbClr val="FFFFFF"/>
                </a:solidFill>
                <a:latin typeface="Calibri"/>
              </a:rPr>
              <a:t>locul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locul meu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Isuse</a:t>
            </a:r>
            <a:r>
              <a:rPr sz="4800">
                <a:solidFill>
                  <a:srgbClr val="FFFFFF"/>
                </a:solidFill>
                <a:latin typeface="Calibri"/>
              </a:rPr>
              <a:t>, pe cruce ai murit,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Domnul meu,</a:t>
            </a:r>
            <a:r>
              <a:rPr b="1" sz="4800">
                <a:solidFill>
                  <a:srgbClr val="FFFFFF"/>
                </a:solidFill>
                <a:latin typeface="Calibri"/>
              </a:rPr>
              <a:t> Isuse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în veci să fii slăvit.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Isuse, Tu mi-eşti dulce, iubirea Ta m-a prins,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Isuse, Tu mi-eşti dulce, iubirea Ta m-a prins,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Unit să fiu cu Tine înseamnă paradis.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 </a:t>
            </a:r>
            <a:r>
              <a:rPr b="1" i="0"/>
              <a:t>locul meu</a:t>
            </a:r>
            <a:r>
              <a:rPr b="0" i="0"/>
              <a:t>,</a:t>
            </a:r>
            <a:r>
              <a:rPr b="1" i="0"/>
              <a:t> </a:t>
            </a:r>
            <a:r>
              <a:rPr b="0" i="0"/>
              <a:t>locul meu </a:t>
            </a:r>
            <a:r>
              <a:rPr b="1" i="0"/>
              <a:t>Isuse</a:t>
            </a:r>
            <a:r>
              <a:rPr b="0" i="0"/>
              <a:t>, pe cruce ai murit,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</a:t>
            </a:r>
            <a:r>
              <a:rPr b="1" sz="4800">
                <a:solidFill>
                  <a:srgbClr val="FFFFFF"/>
                </a:solidFill>
                <a:latin typeface="Calibri"/>
              </a:rPr>
              <a:t>locul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locul meu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Isuse</a:t>
            </a:r>
            <a:r>
              <a:rPr sz="4800">
                <a:solidFill>
                  <a:srgbClr val="FFFFFF"/>
                </a:solidFill>
                <a:latin typeface="Calibri"/>
              </a:rPr>
              <a:t>, pe cruce ai murit,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Domnul meu,</a:t>
            </a:r>
            <a:r>
              <a:rPr b="1" sz="4800">
                <a:solidFill>
                  <a:srgbClr val="FFFFFF"/>
                </a:solidFill>
                <a:latin typeface="Calibri"/>
              </a:rPr>
              <a:t> Isuse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în veci să fii slăvit.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Vreau să-Ţi cânt numai Ţie, la bine şi la rău,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să-Ţi cânt numai Ţie, la bine şi la rău,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Tu-mi eşti Mântuitorul, iar eu copilul Tău.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 </a:t>
            </a:r>
            <a:r>
              <a:rPr b="1" i="0"/>
              <a:t>locul meu</a:t>
            </a:r>
            <a:r>
              <a:rPr b="0" i="0"/>
              <a:t>,</a:t>
            </a:r>
            <a:r>
              <a:rPr b="1" i="0"/>
              <a:t> </a:t>
            </a:r>
            <a:r>
              <a:rPr b="0" i="0"/>
              <a:t>locul meu </a:t>
            </a:r>
            <a:r>
              <a:rPr b="1" i="0"/>
              <a:t>Isuse</a:t>
            </a:r>
            <a:r>
              <a:rPr b="0" i="0"/>
              <a:t>, pe cruce ai murit,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</a:t>
            </a:r>
            <a:r>
              <a:rPr b="1" sz="4800">
                <a:solidFill>
                  <a:srgbClr val="FFFFFF"/>
                </a:solidFill>
                <a:latin typeface="Calibri"/>
              </a:rPr>
              <a:t>locul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locul meu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Isuse</a:t>
            </a:r>
            <a:r>
              <a:rPr sz="4800">
                <a:solidFill>
                  <a:srgbClr val="FFFFFF"/>
                </a:solidFill>
                <a:latin typeface="Calibri"/>
              </a:rPr>
              <a:t>, pe cruce ai murit,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 meu</a:t>
            </a:r>
            <a:r>
              <a:rPr sz="4800">
                <a:solidFill>
                  <a:srgbClr val="FFFFFF"/>
                </a:solidFill>
                <a:latin typeface="Calibri"/>
              </a:rPr>
              <a:t>, Domnul meu,</a:t>
            </a:r>
            <a:r>
              <a:rPr b="1" sz="4800">
                <a:solidFill>
                  <a:srgbClr val="FFFFFF"/>
                </a:solidFill>
                <a:latin typeface="Calibri"/>
              </a:rPr>
              <a:t> Isuse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sz="4800">
                <a:solidFill>
                  <a:srgbClr val="FFFFFF"/>
                </a:solidFill>
                <a:latin typeface="Calibri"/>
              </a:rPr>
              <a:t>în veci să fii slăvit.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