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fiecare dimineaţă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 fiecare dimineaţă,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râde cerul luminos,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 fiecare zi din viaţă,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fericit că sunt al lui Hristos.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fericit, sunt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fericit că sunt al lui Hristos.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 fiecare zi senină,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mii de flori Ţi-aduc prinos,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Mi-e inima de cântec plină,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Şi-s fericit că sunt al lui Hristos.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Şi-s fericit, şi-s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Şi-s fericit că sunt al lui Hristos.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 fiecare clipă sfântă,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Plutind ca vântul mângâios,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Întregu-mi dor spre cer se-avântă,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Şi-s fericit că sunt al lui Hristos.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Şi-s fericit, şi-s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Şi-s fericit că sunt al lui Hristos.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Chiar dacă anii vieţii zboară,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cer senin de-a pururi nu-i,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Dar Domnul meu e-o primăvară,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fericit, voi fi mereu al 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fericit, cânt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fericit, voi fi mereu al Lui.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