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Priviţi în jur la tot ce vă-înconjoară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Priviţi în jur la tot ce vă-înconjoară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vă-întrebaţi în voi cin’ le-a făcut.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Priviţi ades la Cel cu ochi de pară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 pătrunde-n tot ce-i nevăzut.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 Dumnezeu ce stă mai sus de stele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Dumnezeu ce stă mai sus de stele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ţine toate prin al Său Cuvânt,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le-a creat şi-a pus viaţă-n 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tot ce este-n cer şi pe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O, cine-a-întins oceane-n zări albastre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cine-a-întins oceane-n zări albastre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vine-aşa în fruntea unei bolţi?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cine face-n ele să trăiască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Aşa de mari şi multe frumuseţi?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 Dumnezeu ce stă mai sus de stele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Dumnezeu ce stă mai sus de stele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ţine toate prin al Său Cuvânt,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le-a creat şi-a pus viaţă-n 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tot ce este-n cer şi pe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O, cine face câmpul să rodească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cine face câmpul să rodească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miez de vară lanuri aurii?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cine face pomii să-înflorească?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iarba cine-o creşte pe câmpii?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 Dumnezeu ce stă mai sus de stele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Dumnezeu ce stă mai sus de stele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ţine toate prin al Său Cuvânt,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le-a creat şi-a pus viaţă-n 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tot ce este-n cer şi pe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O, cine-a pus parfum în floricele?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cine-a pus parfum în floricele?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cine-n păsărele-a pus cântări?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cine pune toamna gând în ele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de la noi să plece-n alte ţări?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 Dumnezeu ce stă mai sus de stele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Dumnezeu ce stă mai sus de stele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ţine toate prin al Său Cuvânt,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le-a creat şi-a pus viaţă-n 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tot ce este-n cer şi pe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O, cine-îmbracă munţii cu păşune?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cine-îmbracă munţii cu păşune?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cine-înalţă uriaşe stânci?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cine-n fiare-atât curaj le pune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petreacă noaptea-n văi adânci.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 Dumnezeu ce stă mai sus de stele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Dumnezeu ce stă mai sus de stele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ţine toate prin al Său Cuvânt,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le-a creat şi-a pus viaţă-n 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tot ce este-n cer şi pe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Cine-n luceferi, soare, lună, stele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6/7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Cine-n luceferi, soare, lună, stele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Face să-şi verse raze pe Pământ?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vă-întrebaţi ce-i mai presus de ele?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mari ’nălţimi acolo-n cerul sfânt?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 Dumnezeu ce stă mai sus de stele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Dumnezeu ce stă mai sus de stele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ţine toate prin al Său Cuvânt,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le-a creat şi-a pus viaţă-n 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tot ce este-n cer şi pe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O, cine-n mame a sădit iubirea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7/7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cine-n mame a sădit iubirea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să-îngrijească de copiii 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să-i sărute, să-i îmbrăţişeze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Cu-atâta dragoste şi-atâta dor?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 Dumnezeu ce stă mai sus de stele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Dumnezeu ce stă mai sus de stele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ţine toate prin al Său Cuvânt,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le-a creat şi-a pus viaţă-n 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tot ce este-n cer şi pe Pământ.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