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Îndeajuns mi-e, Doamne, doar harul Tău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Îndeajuns mi-e, Doamne, doar harul Tău.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laud, Doamne, Te preamăresc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Doamne, Te preamăresc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	Îmi ridic mâinile spre cer şi Te slăvesc.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	Îmi ridic mâinile spre cer şi Te slăvesc.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laud, Doamne, Te preamăresc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Doamne, Te preamăresc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Mă-nchin în faţa tronului Tău.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Mă-nchin în faţa tronului Tău.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laud, Doamne, Te preamăresc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Doamne, Te preamăresc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Îndeajuns mi-e, Doamne, dragostea Ta. :/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Îndeajuns mi-e, Doamne, dragostea 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laud, Doamne, Te preamăresc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Doamne, Te preamăresc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Îndeajuns mi-e, Doamne, Cuvântul Tău. :/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Îndeajuns mi-e, Doamne, Cuvântul Tău.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laud, Doamne, Te preamăresc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Doamne, Te preamăresc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Cu Tine-n slavă în veci voi fi. :/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 Tine-n slavă în veci voi fi.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laud, Doamne, Te preamăresc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Doamne, Te preamăresc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