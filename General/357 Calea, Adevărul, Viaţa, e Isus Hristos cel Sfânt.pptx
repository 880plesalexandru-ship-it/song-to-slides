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Calea, Adevărul, Viaţa, e Isus Hristos cel Sfânt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Calea, Adevărul, Viaţa, e Isus Hristos cel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 venit trimis de Tatăl pe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Răstignit a fost pe cruce pentru-al tău şi-al meu păcat,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A-nviat a treia zi, şi-a triumfat.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Ai biruit mormântul şi moartea ai învins,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Ai biruit mormântul şi moartea ai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Oricine, prin credinţă, salvat e de abis,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Ai dăruit iertare, oricărui pământean,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pocăinţă, mântuire-n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Poate astăzi, înc-odată, tu auzi iar de Isus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Poate astăzi, înc-odată, tu auzi iar de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la inima ta bate să-I deschizi,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te va sili vreodată dragostea Lui s-o primeşti,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Omule, fii înţelept, ca să trăieşti!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Ai biruit mormântul şi moartea ai învins,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Ai biruit mormântul şi moartea ai învins,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Oricine, prin credinţă, salvat e de abis,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Ai dăruit iertare, oricărui pământean,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Prin pocăinţă, mântuire-n dar.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