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El Shadai, El Shadai, El Elyon-na Adonai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dat Fiul Tău pe-altar şi-ai salvat pe-al lui Avraam,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Israel în pustiu cu putere l-ai condus.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Marea Tu ai despărţit, flăcările-ai mistuit,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Isus, Domnul iubit, Tu L-ai jertfit.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El Shadai, El Shadai, El Elyon-na Adonai,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Shadai, El Shadai, El Elyon-na Adonai,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Neschimbat eşti din vecii, neschimbat în veci rămâi.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Shadai, El Shadai, Erkamka-na Adonai,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Slava numai Tu o ai, El-Shadai.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Peste vremi ai prevestit că Mesia va veni,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Peste vremi ai prevestit că Mesia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ei nu L-au cunoscut, L-au respins şi L-au vândut.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păcatul a purtat, a murit şi-a înviat,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 în cer El ne-a promis, când la ceruri S-a-nălţat.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El Shadai, El Shadai, El Elyon-na Adonai,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Shadai, El Shadai, El Elyon-na Adonai,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Neschimbat eşti din vecii, neschimbat în veci rămâi.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Shadai, El Shadai, Erkamka-na Adonai,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Slava numai Tu o ai, El-Shadai.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