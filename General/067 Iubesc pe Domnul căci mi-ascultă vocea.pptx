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Iubesc pe Domnul căci mi-ascultă vocea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Cheamă-L şi tu în viaţa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Cheamă-L mereu şi-ai să-I vezi puterea Sa.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Căci El este mare, de-aceea Îl iubesc,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Căci El este mare, de-aceea Îi slujesc.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Iubesc pe Domnul căci mi-ascultă vocea,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Iubesc pe Domnul căci mi-ascultă vocea,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Iubesc pe Domnul căci mi-ascultă plânsul,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Iubesc pe Domnul căci mi-ascultă ruga,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Îl chem mereu în orice greu.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