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Pe cărare cu Isus sunt condus de braţu-I tare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cărare cu Isus sunt condus de braţu-I tare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prin orice încercare sunt ferice de nespus.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Singura dorinţă-a mea e să fiu mereu cu Tine.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Singura dorinţă-a mea e să fiu mereu cu Tine.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Isus, cât e de bine zilnic pe cărarea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El prin lumea de dureri grija şi povara-mi poartă,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prin lumea de dureri grija şi povara-mi poartă,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greşesc tot El mă iartă, astăzi, mâine ca şi ieri.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Singura dorinţă-a mea e să fiu mereu cu Tine.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Singura dorinţă-a mea e să fiu mereu cu Tine.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Isus, cât e de bine zilnic pe cărarea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Viaţa când se va-ncheia cu-a speranţei rază dulce,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Viaţa când se va-ncheia cu-a speranţei rază dulce,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Ştiu că El mă va conduce în împărăţia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Singura dorinţă-a mea e să fiu mereu cu Tine.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Singura dorinţă-a mea e să fiu mereu cu Tine.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Isus, cât e de bine zilnic pe cărarea Ta!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