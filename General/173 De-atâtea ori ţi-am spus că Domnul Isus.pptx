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De-atâtea ori ţi-am spus că Domnul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De-atâtea ori ţi-am spus că Domnul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reveni odată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tu-ai negat, crezând că toate-s basme,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fi uimit văzându-L în curând.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ştii că El curând revine-n slavă,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ştii că El curând revine-n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Înfricoşat cădea-vei la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alerga la stânci dorind să cadă,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ascuns de ochii Celui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va veni, dar ce vom face-atuncea?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va veni, dar ce vom face-atuncea?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vom rosti precis „Suntem salvaţi!”.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Păreri de rău că n-am vorbit de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vom lăsa aici părinţi şi fraţi.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ştii că El curând revine-n slavă,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ştii că El curând revine-n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Înfricoşat cădea-vei la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alerga la stânci dorind să cadă,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ascuns de ochii Celui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Mărturisiţi creştinilor pe Isus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Mărturisiţi creştinilor pe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s-ar putea să creadă cineva.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 vor crede-n ziua ce-o să vină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Osânda lor ei singuri îşi vor lua.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ştii că El curând revine-n slavă,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ştii că El curând revine-n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Înfricoşat cădea-vei la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alerga la stânci dorind să cadă,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ascuns de ochii Celui Sfânt.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