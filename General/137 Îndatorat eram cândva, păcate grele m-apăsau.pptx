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4612112" cy="821131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1777472" y="91440"/>
            <a:ext cx="274320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t>Îndatorat eram cândva, păcate grele m-apăsau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1/2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Îndatorat eram cândva, păcate grele m-apăsau,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Dar Isus plăti pentru mine.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Pe Golgota El a murit, pentru noi jos El a venit,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Bun Salvator ce mult eu Te iubesc.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El a venit un drum prea lung din cer,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El a venit un drum prea lung din cer,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Păcatul mi-a luat, prin sânge m-a spălat.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El a venit un drum prea lung din cer,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Eternă viaţă El mi-a dat.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Crucificat Isus era, nevinovat crucea purta,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2/2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Crucificat Isus era, nevinovat crucea purta,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O, Doamne, Isus ce mult răbda!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Tâlharului de lângă El îi spuse-atuncea blândul Miel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„Tu vei fi în Împărăţia Mea.”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El a venit un drum prea lung din cer,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El a venit un drum prea lung din cer,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Păcatul mi-a luat, prin sânge m-a spălat.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El a venit un drum prea lung din cer,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Eternă viaţă El mi-a dat.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