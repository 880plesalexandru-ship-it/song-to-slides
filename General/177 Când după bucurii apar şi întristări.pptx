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Când după bucurii apar şi întristări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după bucurii apar şi întristări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nu descuraja, ţine credinţa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dacă-atunci cel rău cu planul său mârşav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Îţi vrea pieirea ta, tu nu descuraja!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Azi nu dispera, nu te descuraja,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Azi nu dispera, nu te descuraja,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tine e Isus, e chiar la dreapta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Cere-L pe Hristos, că-ţi este de folos,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bine şi la rău să stai pe braţul Său.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Şi dacă întristări amare de dureri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dacă întristări amare de dureri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Ţi se vor strecura chiar prin familia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Lovind ai tăi copii şi chiar soţia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Priveşte numai sus şi nu descuraja.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Azi nu dispera, nu te descuraja,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Azi nu dispera, nu te descuraja,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tine e Isus, e chiar la dreapta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Cere-L pe Hristos, că-ţi este de folos,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bine şi la rău să stai pe braţul Său.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Iar când se va sfârşi furtuna ce-a pornit,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când se va sfârşi furtuna ce-a pornit,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tu vei debarca la ţărmul mult dorit,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Atuncea vei vedea că te-a condus Isus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te vei bucura cu El în ceruri 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Azi nu dispera, nu te descuraja,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Azi nu dispera, nu te descuraja,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tine e Isus, e chiar la dreapta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Cere-L pe Hristos, că-ţi este de folos,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bine şi la rău să stai pe braţul Său.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