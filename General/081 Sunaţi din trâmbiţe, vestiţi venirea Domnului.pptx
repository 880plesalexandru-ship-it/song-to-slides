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Sunaţi din trâmbiţe, vestiţi venirea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Sunaţi din trâmbiţe, vestiţi venirea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haine albe vă-mbrăcaţi voi toţi aleşii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Vestiţi lumii întregi să ştie de iubirea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Mirele vine-n curând să-Şi ia Mireasa 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 „Osana Domnului!”, lăudăm numele Lui.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„Osana Domnului!”, lăudăm numele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Fie binecuvântat Numele-I de Împărat.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depărtări vom auzi cântarea Mielului,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depărtări vom auzi cântarea Mielului,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Triumfători cu îngerii cânta-vom slavă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Te-ai pregătit să-I cânţi şi tu cu îngerii în cor?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în El te-ai încrezut vei fi biruitor.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 „Osana Domnului!”, lăudăm numele Lui.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„Osana Domnului!”, lăudăm numele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Fie binecuvântat Numele-I de Împărat.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Covor de flori să-I presărăm căci ne-a răscumpărat,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Covor de flori să-I presărăm căci ne-a răscumpărat,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Lui ne-a mântuit din starea de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Sunaţi din trâmbiţe, vestiţi venirea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ziua Lui se-apropie, lăudaţi Numele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 „Osana Domnului!”, lăudăm numele 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„Osana Domnului!”, lăudăm numele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Fie binecuvântat Numele-I de Împărat.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