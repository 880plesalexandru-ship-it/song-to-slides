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 ziua cercetării în care din nou Isus îţi spune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ziua cercetării în care din nou Isus îţi spune: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„Pentru tine am murit, căci te-am iubit, te-am iubit.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creat să Mă slujeşti, dar tu-ai plecat de lângă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chem din nou, te chem din nou să fii mântuit.”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Oricine-ai fi şi orice-ai face sfârşi-vei totul într-o zi,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Oricine-ai fi şi orice-ai face sfârşi-vei totul într-o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Neputincios, cu mâna goală acest Pământ vei părăsi,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Vei sta în faţa Celui care întreaga lume a creat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cu dreptate, fără milă de toate fi-vei judecat.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„Cu glas de milă strig, oiţă pierdută-n văi pustii,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„Cu glas de milă strig, oiţă pierdută-n văi pustii,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Vino-acum că ziua este pe sfârşit, pe sfârşit.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Poate eşti căzută şi vreau pe braţul meu să te ridic.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O, vino-acum, o ,vino-acum, vino, nu zăbovi!”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Oricine-ai fi şi orice-ai face sfârşi-vei totul într-o zi,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Oricine-ai fi şi orice-ai face sfârşi-vei totul într-o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Neputincios, cu mâna goală acest Pământ vei părăsi,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Vei sta în faţa Celui care întreaga lume a creat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cu dreptate, fără milă de toate fi-vei judecat.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