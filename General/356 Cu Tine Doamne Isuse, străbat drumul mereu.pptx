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Cu Tine Doamne Isuse, străbat drumul mereu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Tine Doamne Isuse, străbat drumul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merg cu bucurie, chiar când urcuşu-i greu.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Tine cânt cântarea ce-n inimă mi-ai pus,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strig de bucurie căci m-ai salvat Isus.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Când eu rătăceam pace nu găseam,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 eu rătăceam pace nu găseam,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Eram singur pe lume străin,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Dar când m-ai găsit, pacea Ta am primit,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har din haru-Ţi divin.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Cu Tine viaţa-i dulce chiar de-i mereu amar,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Tine viaţa-i dulce chiar de-i mereu amar,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Tine-i fericire chiar lacrimi de apar.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Tine-i zi senină chiar de e înnorat,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Tine-i fericire chiar când sunt întristat.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Când eu rătăceam pace nu găseam,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 eu rătăceam pace nu găseam,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Eram singur pe lume străin,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Dar când m-ai găsit, pacea Ta am primit,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har din haru-Ţi divin.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Tot ce-am găsit în Tine, lumea, nu-mi poate da,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Tot ce-am găsit în Tine, lumea, nu-mi poate da,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veşnica viaţă e doar în mâna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Sub raza-Ţi de iubire, Ţine-mă tot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Şi-n toate-Ţi voi da slavă că Tu-mi eşti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Eşti Regele iubirii, şi Prinţul fericirii,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Eşti Regele iubirii, şi Prinţul fericirii,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Eşti tot ce se cuprinde-n Univers,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Eşti marele-Mpărat, un Meşter minunat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Mă-nchin şi-Ţi mulţumesc.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