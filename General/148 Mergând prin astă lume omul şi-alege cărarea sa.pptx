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Mergând prin astă lume omul şi-alege cărarea 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Mergând prin astă lume omul şi-alege cărarea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fire i-e dat s-alerge să caute fericirea.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La cine tu cauţi pacea şi cine ţi-o poate da?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La cine tu cauţi pacea şi cine ţi-o poate da?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Numai Isus e-acela care te poate ajuta.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Omul caută un mod de viaţă pentru-a trăi şi-a desfăta,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Omul caută un mod de viaţă pentru-a trăi şi-a desfăta,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iată că vine vremea când socoteală omul va 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La cine tu cauţi pacea şi cine ţi-o poate da?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La cine tu cauţi pacea şi cine ţi-o poate da?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Numai Isus e-acela care te poate ajuta.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Te-ntreb acum, amice, tu pe ce drum mai rătăceşti?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Te-ntreb acum, amice, tu pe ce drum mai rătăceşti?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Oare ai găsit pacea pe drumurile lumii întregi?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La cine tu cauţi pacea şi cine ţi-o poate da?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La cine tu cauţi pacea şi cine ţi-o poate da?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Numai Isus e-acela care te poate ajuta.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La Isus vei găsi pacea, la Isus găseşti ajutor,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Numai El e acela care ajută tuturor.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