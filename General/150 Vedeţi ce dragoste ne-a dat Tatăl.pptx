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Vedeţi ce dragoste ne-a dat Tatăl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Vedeţi ce dragoste ne-a dat Tatăl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Să fim copiii Lui.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Da, da, ne numim copiii Lui.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Da, da, ne numim copiii Lui.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Vedeţi ce dragoste ne-a dat Tatăl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Vedeţi ce dragoste ne-a dat Tatăl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Prin Fiul Său iubit.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Da, da, ne numim copiii Lui.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Da, da, ne numim copiii Lui.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