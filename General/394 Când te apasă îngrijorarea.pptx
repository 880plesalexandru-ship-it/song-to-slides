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Când te apasă îngrijorarea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te apasă îngrijorarea,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nori negri întunecă zarea,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Spune-I lui Isus și-n grija Lui te lasă,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 și-n grija Lui te lasă,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Isus, Lui de tine-I pasă.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Lasă-n mâna Lui tot ce te-ntristează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să crezi deplin: El din Cer veghează!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lacrimi grele îți curg în taină,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lacrimi grele îți curg în taină,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porți a încercării haină,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Spune-I lui Isus și-n grija Lui te lasă,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 și-n grija Lui te lasă,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Isus, Lui de tine-I pasă.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Lasă-n mâna Lui tot ce te-ntristează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să crezi deplin: El din Cer veghează!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te întorci rănit din luptă,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te întorci rănit din luptă,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când speranța ți-e pierdută,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Spune-I lui Isus și-n grija Lui te lasă,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 și-n grija Lui te lasă,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Spune-I lui Isus, Lui de tine-i pasă,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Lasă-n mâna Lui tot ce te frământă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să crezi deplin: El din cer te-ascultă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