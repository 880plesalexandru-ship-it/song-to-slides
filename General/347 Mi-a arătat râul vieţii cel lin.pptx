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Mi-a arătat râul vieţii cel 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 arătat râul vieţii cel 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un cristal, limpede şi curat,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izvora chiar din tronul divin,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care Mielul era întronat.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Blesteme nu vor mai fi acolo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Blesteme nu vor mai fi acolo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faţa-I sfântă va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pace fi-va împărăţită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dragostea Sa ne va lega.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Noapte n-a fi, nici lumină ca-aici,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Noapte n-a fi, nici lumină ca-aici,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 soarele nu va mai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Dumnezeu, Însuşi va-împărăţi,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strălucirea-I cea sfântă vom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Blesteme nu vor mai fi acolo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Blesteme nu vor mai fi acolo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faţa-I sfântă va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pace fi-va împărăţită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dragostea Sa ne va lega.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Iată-n curând pe Pământ va veni,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Iată-n curând pe Pământ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 pentru a ne lua,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Ferice fi-va de cel ce-a citit,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sfânt şi-apoi l-a împlinit.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Blesteme nu vor mai fi acolo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Blesteme nu vor mai fi acolo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faţa-I sfântă va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pace fi-va împărăţită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dragostea Sa ne va lega.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