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Arcuri încordate fi-vor îndreptate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Arcuri încordate fi-vor îndreptate,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Vârfuri ascuţite, nu mă tem!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Piedici, bariere, nu, nu au putere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pe Domnul Isus eu Îl chem.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Credincioasă slugă, mă aplec în rugă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Credincioasă slugă, mă aplec în rugă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Îl chem în ajutor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de orişiunde Domnul îmi răspunde,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El e acelaşi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Piedici pe cărare ştiu că vor apare,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Piedici pe cărare ştiu că vor apare,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de Domnul Isus nu mă las.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îmi dă putere, har şi mângâiere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mă însoţeşte pas cu 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Credincioasă slugă, mă aplec în rugă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Credincioasă slugă, mă aplec în rugă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Îl chem în ajutor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de orişiunde Domnul îmi răspunde,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El e acelaşi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Zile înnorate nu mă vor abate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Zile înnorate nu mă vor abate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la ţinta veşniciilor.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Ploaie şi furtună, toate împreună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Le înfrunt cu-al meu Mântuitor.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Credincioasă slugă, mă aplec în rugă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Credincioasă slugă, mă aplec în rugă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Îl chem în ajutor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de orişiunde Domnul îmi răspunde,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El e acelaşi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