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Isus iubit, când vei veni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iubit, când vei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Mireasa Ta pentru-a răpi?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scumpă-a fi aceea zi.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Ah, Mire drag, de ce nu vii?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este loc la nunta Ta,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este loc la nunta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Unde doresc şi mult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fiu chemat de Tin’,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ne bucurăm nespus?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Mireasa Ta ’mbrăcată-a fi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Mireasa Ta ’mbrăcată-a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haine albe-o vei răpi,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bucurie mare-a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Ah, Mire drag, de ce nu vii?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este loc la nunta 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este loc la nunta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Unde doresc şi mult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fiu chemat de Tin’,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ne bucurăm nespus?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marea nuntă vei serba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marea nuntă vei serba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Acolo-n Împărăţia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veselie mare-a fi.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Ah, Mire drag, de ce nu vii?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este loc la nunta 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este loc la nunta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Unde doresc şi mult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fiu chemat de Tin’,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ne bucurăm nespus?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Aş vrea, Isus iubit, aş vrea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 vrea, Isus iubit,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ies şi eu ’naintea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haine albe îmbrăcat,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Mire scump şi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este loc la nunta Ta,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este loc la nunta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Unde doresc şi mult 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fiu chemat de Tin’,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să ne bucurăm nespus?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