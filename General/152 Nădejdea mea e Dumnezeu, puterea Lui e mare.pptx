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Nădejdea mea e Dumnezeu, puterea Lui e mare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Nădejdea mea e Dumnezeu, puterea Lui e mare.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dragostea şi harul Său nădăjduiesc şi cânt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 salvat sufletul meu din veşnica pierzare.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licărire-n infinit e viaţa mea întreagă,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pentru mine S-a jertfit Isus din cer, m-a mântuit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Şi-o viaţă fără de sfârşit de veşnicii mă leagă.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Ţărână trecătoare sunt, dar cred în nemurire,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Duhul Celui veşnic Sfânt îmi dă putere şi avânt,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pot pleca de pe Pământ, dincolo-n veşnicie.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călător spre ţara mea, cu Domnul am izbândă,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Mi-e călăuză dreapta Sa, o, Doamne, Tu nu vei lăsa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Nicicând să cadă-n lupta grea fiinţa mea plăpândă.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glas de ciocârlii duios şi-n vuietul de ape,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flori şi-n tot ce-i mai frumos sunt cei răscumpăraţi de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sfântă-a lui Hristos o simt tot mai aproape.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am aflat în Creator şi pacea şi menirea.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Stăpân, al vieţii Ziditor, Tu mi-ai dat lacrimă de dor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Te iubesc, să mă-nfior şi să-Ţi aştept venirea.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vino, Doamne, mai curând! O, vino mai degrabă!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Te-aşteaptă Mireasa plângând, în nopţi de veghe suspinând,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Ca s-o răpeşti de pe Pământ s-o duci la Tine-n slavă.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