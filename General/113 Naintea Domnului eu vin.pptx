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Naintea Domnului eu vin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’Naintea Domnului eu vin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viaţa mea să I-o închin.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calea Lui o pregătesc,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Cărările Îi netezesc.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Mai de preţ ca orice pe Pământ este calea Lui,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de preţ ca orice pe Pământ este calea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Voi merge pe ea toată viaţa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cer mă voi naşte din nou din apă şi Duh,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Dumnezeu, pentru veşnicii.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de preţ ca orice pe Pământ este calea 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o voi urma toată viaţa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Ştiu că Isus Hristos mă conduce cu mâna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mă va-ntări veşnic, zi de 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Prin dragostea lui Dumnezeu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dragostea lui Dumnezeu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Voi fi ferit de orice rău.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Pe calea Lui eu voi găsi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sfânt izvor de bucurii.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Mai de preţ ca orice pe Pământ este calea Lui,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de preţ ca orice pe Pământ este calea Lui,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Voi merge pe ea toată viaţa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cer mă voi naşte din nou din apă şi Duh,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Dumnezeu, pentru veşnicii.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de preţ ca orice pe Pământ este calea 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o voi urma toată viaţa mea.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Ştiu că Isus Hristos mă conduce cu mâna Sa,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El mă va-ntări veşnic, zi de 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Veniţi şi voi, prieteni buni,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şi voi, prieteni buni,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Veniţi şi voi pe calea Lui!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Nu-ntârziaţi, nu rătăciţi,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Căutaţi salvarea să găsiţi!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Căutaţi să aveţi o credinţă în inimă,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Căutaţi să aveţi o credinţă în inimă,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Isus ca Domn şi Mântuitor.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Căutaţi să vă naşteţi din nou din apă şi Duh,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Pentru Dumnezeu, pentru veşnicii.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Mai de preţ ca orice pe Pământ este calea 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Ea duce la cer, înspre veşnicii.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Căutaţi să aveţi o credinţă în inimă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Pe Isus ca Domn şi Mântuitor.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