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Atât am căutat rostul vieţii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Atât am căutat rostul vieţii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C-am ajuns robu-acestei căutări,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Isus mi-a deschis orizont spre Calvar,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 de chin şi de mari îndurări.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Mi-e şters pentru veci tot trecutul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Mi-e şters pentru veci tot trecutul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sângele curs pe Calvar.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schimbat temerile într-un cânt glorios,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Sunt liber acum cu Cel viu.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Acum de trecut eu sunt liber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Acum de trecut eu sunt liber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Isus a murit pe Calvar.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Bucurii am inima mea ne-ncetat,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cântare spre lauda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Mi-e şters pentru veci tot trecutul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Mi-e şters pentru veci tot trecutul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sângele curs pe Calvar.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schimbat temerile într-un cânt glorios,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Sunt liber acum cu Cel viu.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