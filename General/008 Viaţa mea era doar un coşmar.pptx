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Viaţa mea era doar un coşmar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mea era doar un coşmar,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Eram gol şi trudit fără El.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Isus a venit şi mi-a spus: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„Eu pot să iert, pot să iubesc, deci te primesc.”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Îţi mulţumesc, bunul meu Salvator,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Îţi mulţumesc, bunul meu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viaţa ce eu am primit.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Îţi mulţumesc că acum sunt salvat,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Deci cu Tine voi fi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Isus am aflat bucurii,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Isus am aflat bucurii,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Griji, nevoi şi dureri nu mai sunt.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Îl iubesc şi pe veci eu voi sta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Neclintit, pe veci ferit de lumea 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Îţi mulţumesc, bunul meu Salvator,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Îţi mulţumesc, bunul meu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viaţa ce eu am primit.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Îţi mulţumesc că acum sunt salvat,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Deci cu Tine voi fi fericit.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Deci te rog, prieten drag, vin’ la 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te rog, prieten drag, vin’ la El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Fericire pe veci vei avea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Şi-mpreună cu toţii în cor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Îl vom iubi, Îl vom slăvi şi-I vom cânta.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Îţi mulţumesc, bunul meu Salvator,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Îţi mulţumesc, bunul meu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viaţa ce eu am primit.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Îţi mulţumesc că acum sunt salvat,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Deci cu Tine voi fi fericit.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