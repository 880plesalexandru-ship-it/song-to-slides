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Doamne, Tu-n necazuri lângă noi rămâi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Tu-n necazuri lângă noi rămâi,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Chinurile noastre Tu le-înduri întâi.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Ele mai ’nainte trec prin mâna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îngădui numai cât putem purta.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te teme, crede ne-ncetat,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te teme, crede ne-ncetat,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 Isus eşti binecuvântat.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Fie cât de mare crucea care-o sui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Mergi cu fiecare pas pe urma Lui.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Lacrimile noastre numărate sunt,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Lacrimile noastre numărate sunt,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măsori povara duhului înfrânt.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porţi mâna care taie rana grea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îngădui numai cât putem purta.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te teme, crede ne-ncetat,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te teme, crede ne-ncetat,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 Isus eşti binecuvântat.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Fie cât de mare crucea care-o sui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Mergi cu fiecare pas pe urma Lui.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Doamne, Tu-n necazuri fii cu toţi ai Tăi,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Tu-n necazuri fii cu toţi ai Tăi,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meargă singuri pe-a durerii căi.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Cântăreşte crucea Tu cu mâna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îngădui numai cât putem purta.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te teme, crede ne-ncetat,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te teme, crede ne-ncetat,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 Isus eşti binecuvântat.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Fie cât de mare crucea care-o sui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Mergi cu fiecare pas pe urma Lui.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