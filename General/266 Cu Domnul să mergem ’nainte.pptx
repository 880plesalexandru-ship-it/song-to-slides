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Domnul să mergem ’nainte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Domnul să mergem ’nainte,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Domnul să mergem cântând,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Când totul se stinge-n morminte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 El biruim orişicând.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El biruim, cu El biruim,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El biruim, cu El biruim,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Oricât de-ndârjită e lupta,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Isus biruim.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e pe veci Împăratul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e pe veci Împăratul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de-a pururea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Prin moarte-a plătit El păcatul,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Mormântu-I rămas-a pustiu.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El biruim, cu El biruim,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El biruim, cu El biruim,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Oricât de-ndârjită e lupta,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Isus biruim.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mergem cu El e lumină,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mergem cu El e lumină,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 şi cântec şi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 Domnul izbânda-i deplină,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Iar pacea e fără hotar.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El biruim, cu El biruim,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El biruim, cu El biruim,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Oricât de-ndârjită e lupta,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Isus biruim.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