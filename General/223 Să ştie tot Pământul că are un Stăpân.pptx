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ştie tot Pământul că are un Stăpân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ştie tot Pământul că are un Stăpân,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ştie-ntreaga lume că are-un Creator.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acest Stăpân este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toate le-a creat prin puterea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Lui mă-nchin şi Îl preamăresc.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Să ştii chiar şi tu, omule, că ai un Creator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ştii chiar şi tu, omule, că ai un Creator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grija ta o poartă şi-ţi vine-n ajutor.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acest Stăpân este Dumnezeu,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toate le-a creat prin puterea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Lui mă-nchin şi Îl preamăresc.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Oare Îi mulţumeşti de-ajuns acestui bun Stăpân?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Oare Îi mulţumeşti de-ajuns acestui bun Stăpân?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Prin viaţa ta Îi dovedeşti că Îl iubeşti şi tu?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acest Stăpân este Dumnezeu,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toate le-a creat prin puterea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acest Stăpân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Lui mă-nchin şi Îl preamăresc.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