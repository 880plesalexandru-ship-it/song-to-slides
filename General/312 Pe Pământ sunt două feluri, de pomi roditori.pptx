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Pământ sunt două feluri, de pomi roditori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sunt două feluri, de pomi roditori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Unii au roade bune, alţii sunt dăunători,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Unii sunt plini de fire, n-au nimic bun, nici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Alţii au roade bune şi aceste roade sunt: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Dragostea, bucuria, pacea,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Dragostea, bucuria, pacea,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Bunătatea şi răbdarea sfinţilor,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Facerea de bine şi credincioşia,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Blândeţea şi-nfrânarea poftelor.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Frate drag, ce-asculţi cântarea, în ce soi eşti altoit?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Frate drag, ce-asculţi cântarea, în ce soi eşti altoit?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Care-i roada ce-o aduci, în ce grădină-ai fost sădit?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Care-ţi este grădinarul, cine îţi culege rodul tău?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 că roada bună o vrea Domnul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Dragostea, bucuria, pacea,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Dragostea, bucuria, pacea,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Bunătatea şi răbdarea sfinţilor,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Facerea de bine şi credincioşia,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Blândeţea şi-nfrânarea poftelor.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Cel ce nu ai roade sfinte, vino la Isus acum!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 nu ai roade sfinte, vino la Isus acum!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 calea de păcate, vino, pe noul drum!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Roadele murdare vor pieri, de vii la Domnul sfânt!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aduce roade noi şi aceste roade sunt: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Dragostea, bucuria, pacea,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Dragostea, bucuria, pacea,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Bunătatea şi răbdarea sfinţilor,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Facerea de bine şi credincioşia,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Blândeţea şi-nfrânarea poftelor.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