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Trăim timpul de pe urmă, toate spun că într-o 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Trăim timpul de pe urmă, toate spun că într-o zi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Isus Hristos o să revină, oare cum ne va găsi</a:t>
            </a:r>
            <a:r>
              <a:rPr b="1" sz="480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Va găsi El unitate, credinţă oare va mai fi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În poporul care astăzi vrea s-ajungă-n veşnicii.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Veniţi să ne unim, veniţi să ne iubim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Veniţi să ne unim, veniţi să ne iubim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cu ochii plini de ură să nu ne mai privim.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lume vrem să vadă că încă noi mai ştim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fraţii în iubire în lume să trăim.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Haideţi fraţi să dăm azi mâna, să nu ne mai vorbim de rău.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Haideţi fraţi să dăm azi mâna, să nu ne mai vorbim de rău.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Dacă vrem toţi împreună să fim în raiul lui Dumnezeu.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Haideţi fraţi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haideţi fraţi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să dăm azi mâna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să dăm azi mâna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Să nu ne mai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să nu ne mai</a:t>
            </a:r>
            <a:r>
              <a:rPr sz="4800">
                <a:solidFill>
                  <a:srgbClr val="FFFFFF"/>
                </a:solidFill>
                <a:latin typeface="Calibri"/>
              </a:rPr>
              <a:t> vorbim de rău.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Dacă vrem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dacă vrem</a:t>
            </a:r>
            <a:r>
              <a:rPr sz="4800">
                <a:solidFill>
                  <a:srgbClr val="FFFFFF"/>
                </a:solidFill>
                <a:latin typeface="Calibri"/>
              </a:rPr>
              <a:t> </a:t>
            </a:r>
            <a:r>
              <a:rPr b="1" sz="4800">
                <a:solidFill>
                  <a:srgbClr val="FFFFFF"/>
                </a:solidFill>
                <a:latin typeface="Calibri"/>
              </a:rPr>
              <a:t>toţi împreună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toţi împreună</a:t>
            </a:r>
          </a:p>
          <a:p>
            <a:pPr algn="ctr">
              <a:spcAft>
                <a:spcPts val="720"/>
              </a:spcAft>
            </a:pPr>
            <a:r>
              <a:rPr b="1" sz="4800">
                <a:solidFill>
                  <a:srgbClr val="FFFFFF"/>
                </a:solidFill>
                <a:latin typeface="Calibri"/>
              </a:rPr>
              <a:t>Să fim în raiul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i="1" sz="4800">
                <a:solidFill>
                  <a:srgbClr val="FFFFFF"/>
                </a:solidFill>
                <a:latin typeface="Calibri"/>
              </a:rPr>
              <a:t>să fim în raiul</a:t>
            </a:r>
            <a:r>
              <a:rPr sz="4800">
                <a:solidFill>
                  <a:srgbClr val="FFFFFF"/>
                </a:solidFill>
                <a:latin typeface="Calibri"/>
              </a:rPr>
              <a:t> lui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Veniţi să ne unim, veniţi să ne iubim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Veniţi să ne unim, veniţi să ne iubim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cu ochii plini de ură să nu ne mai privim.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lume vrem să vadă că încă noi mai ştim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fraţii în iubire în lume să trăim.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