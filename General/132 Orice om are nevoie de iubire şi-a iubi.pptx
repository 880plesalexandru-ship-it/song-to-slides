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Orice om are nevoie de iubire şi-a iubi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om are nevoie de iubire şi-a iubi,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viaţă fără ea n-are destin.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se poate viaţa mea fără de iubirea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cine şi ce este iubirea?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Cineva sus în cer mă iubeşte,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sus în cer mă iubeşte,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mă păzeşte de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sigur că-n orice vreme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iubit de însuşi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nu m-ar iubi în lume nici copii şi nici părinţi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nu m-ar iubi în lume nici copii şi nici părinţi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 un om nu dovedeşte-a mă iubi.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ura mă loveşte şi este greu chinul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veni o zi în care mă va scăpa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Cineva sus în cer mă iubeşte,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sus în cer mă iubeşte,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mă păzeşte de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sigur că-n orice vreme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iubit de însuşi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Spuneţi dar la orişicine: Dumnezeu e Dragostea,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Spuneţi dar la orişicine: Dumnezeu e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De-L iubeşti tu ai putere să iubeşti pe-altcineva.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cei ce-L iubesc pe Isus îi iubesc şi pe vrăjmaşi,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l-aşa iubire ne-a chemat să-I fim părtaşi.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Cineva sus în cer mă iubeşte,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sus în cer mă iubeşte,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mă păzeşte de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sigur că-n orice vreme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iubit de însuşi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