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Cine-a crezut ce se vestise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Cine-a crezut ce se vestise?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 cunoscut al Său braţ sfânt?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a crescut ca o odraslă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 fost Mielul cel mai bun.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Dispreţuit şi părăsit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Dispreţuit şi părăsit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oameni şi de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Obişnuit cu suferinţa,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lemn muri în locul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 fost străpuns pentru păcate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fost străpuns pentru păcate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făr’delegea ne-a purtat,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locul nostru dus la moarte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rana Lui ne-am vindecat.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Noi rătăceam ca nişte 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Noi rătăceam ca nişte 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 vedeam de-al nostru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ne-a căutat în spinii lumii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ne-a găsit Păstorul bun.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 fost luat prin apăsare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fost luat prin apăsare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judecat ca un tâlhar,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fost lovit şi dus la moarte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astăzi să trăim prin 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fost zdrobit prin suferinţă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fost zdrobit prin suferinţă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Şi-a fost jertfit pentru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groapa umedă şi rece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L-au aşezat cu cel bogat.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Hristos Şi-a dat viaţa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Hristos Şi-a dat viaţa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toţi acei ce cred în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Lui să afle pacea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rodul Lui să fie-n 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Iar partea Lui e tot ce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partea Lui e tot ce ai.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prada I s-a împărţit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cei mai tari şi mai puternici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moartea El a biruit.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