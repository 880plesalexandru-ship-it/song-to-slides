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cântare de mărire am în inimă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cântare de mărire am în inimă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când L-am primit pe Isus la Calvar.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mi-a dat odihnă sfântă, pace sufletului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sunt liber, fericit prin al Său har.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 mea cântă azi cântarea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mea cântă azi cântarea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Plină de nespuse bucurii.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frumos nici îngerii nu cântă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acei din Valea Plângerii.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Cât de mult doream să aflu drumul cel adevărat,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mult doream să aflu drumul cel 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Cineva să-mi ia păcatul dureros.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aflat că El osânda la Golgota a purtat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Şi-am venit atunci la cruce bucuros.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 mea cântă azi cântarea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mea cântă azi cântarea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Plină de nespuse bucurii.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frumos nici îngerii nu cântă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acei din Valea Plângerii.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Câtă frică şi-ntuneric pe cărarea mea erau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Câtă frică şi-ntuneric pe cărarea mea erau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umblam rătăcitor fără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adus la El povara şi de-atunci în viaţa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Bucuria şi lumina au pătruns.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 mea cântă azi cântarea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mea cântă azi cântarea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Plină de nespuse bucurii.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frumos nici îngerii nu cântă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acei din Valea Plângerii.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Merg spre casa unde veşnic fericirea voi gusta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 spre casa unde veşnic fericirea voi gusta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eternul, strălucitul meu palat.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Faţă-n faţă în mărire pe Isus Îl voi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 sfinţii-I voi da slavă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 mea cântă azi cântarea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mea cântă azi cântarea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Plină de nespuse bucurii.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frumos nici îngerii nu cântă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acei din Valea Plângerii.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