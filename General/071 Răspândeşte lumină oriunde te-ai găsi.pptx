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Răspândeşte lumină oriunde te-ai găsi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Răspândeşte lumină oriunde te-ai găsi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cei din jurul tău bine te vor privi,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vorbeşti numai lucrurile de folos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cum te-a-învăţat Isus Hristos.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Fii plăcut</a:t>
            </a:r>
            <a:r>
              <a:rPr b="0" i="0"/>
              <a:t>, </a:t>
            </a:r>
            <a:r>
              <a:rPr b="1" i="0"/>
              <a:t>fii plăcut</a:t>
            </a:r>
            <a:r>
              <a:rPr b="0" i="1"/>
              <a:t> Domnului</a:t>
            </a:r>
            <a:r>
              <a:rPr b="0" i="0"/>
              <a:t>, </a:t>
            </a:r>
            <a:r>
              <a:rPr b="1" i="0"/>
              <a:t>Domnului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i="1" sz="4800">
                <a:solidFill>
                  <a:srgbClr val="FFFFFF"/>
                </a:solidFill>
                <a:latin typeface="Calibri"/>
              </a:rPr>
              <a:t> Domnului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plăcut, dar numai Lui, </a:t>
            </a:r>
            <a:r>
              <a:rPr b="1" sz="4800">
                <a:solidFill>
                  <a:srgbClr val="FFFFFF"/>
                </a:solidFill>
                <a:latin typeface="Calibri"/>
              </a:rPr>
              <a:t>dar numai 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Lui Satan nu-i da nimic,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 	Dă-i lui Isus căci El te-a iubit.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	Dă-i lui Isus căci El te-a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Fii plăcut</a:t>
            </a:r>
            <a:r>
              <a:rPr b="0" i="0"/>
              <a:t>, </a:t>
            </a:r>
            <a:r>
              <a:rPr b="1" i="0"/>
              <a:t>fii plăcut</a:t>
            </a:r>
            <a:r>
              <a:rPr b="0" i="1"/>
              <a:t> Domnului</a:t>
            </a:r>
            <a:r>
              <a:rPr b="0" i="0"/>
              <a:t>, </a:t>
            </a:r>
            <a:r>
              <a:rPr b="1" i="0"/>
              <a:t>Domnului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i="1" sz="4800">
                <a:solidFill>
                  <a:srgbClr val="FFFFFF"/>
                </a:solidFill>
                <a:latin typeface="Calibri"/>
              </a:rPr>
              <a:t> Domnului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plăcut, dar numai Lui, </a:t>
            </a:r>
            <a:r>
              <a:rPr b="1" sz="4800">
                <a:solidFill>
                  <a:srgbClr val="FFFFFF"/>
                </a:solidFill>
                <a:latin typeface="Calibri"/>
              </a:rPr>
              <a:t>dar numai 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Lui Satan nu-i da nimic,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aproapele tău nu-l lăsa întristat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aproapele tău nu-l lăsa întristat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arată-i întotdeauna că l-ai iertat,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exemplu cum Domnul Isus te-a învăţat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asta tu l-ai câştigat.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Fii plăcut</a:t>
            </a:r>
            <a:r>
              <a:rPr b="0" i="0"/>
              <a:t>, </a:t>
            </a:r>
            <a:r>
              <a:rPr b="1" i="0"/>
              <a:t>fii plăcut</a:t>
            </a:r>
            <a:r>
              <a:rPr b="0" i="1"/>
              <a:t> Domnului</a:t>
            </a:r>
            <a:r>
              <a:rPr b="0" i="0"/>
              <a:t>, </a:t>
            </a:r>
            <a:r>
              <a:rPr b="1" i="0"/>
              <a:t>Domnului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i="1" sz="4800">
                <a:solidFill>
                  <a:srgbClr val="FFFFFF"/>
                </a:solidFill>
                <a:latin typeface="Calibri"/>
              </a:rPr>
              <a:t> Domnului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plăcut, dar numai Lui, </a:t>
            </a:r>
            <a:r>
              <a:rPr b="1" sz="4800">
                <a:solidFill>
                  <a:srgbClr val="FFFFFF"/>
                </a:solidFill>
                <a:latin typeface="Calibri"/>
              </a:rPr>
              <a:t>dar numai 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Lui Satan nu-i da nimic,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eşti soare curat de folos tu poţi 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eşti soare curat de folos tu poţi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prieteni şi fraţi, orişiunde te-ai găsi.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Vorba ta să aducă cuvânt roditor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sămânţa bună pe ogor.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Fii plăcut</a:t>
            </a:r>
            <a:r>
              <a:rPr b="0" i="0"/>
              <a:t>, </a:t>
            </a:r>
            <a:r>
              <a:rPr b="1" i="0"/>
              <a:t>fii plăcut</a:t>
            </a:r>
            <a:r>
              <a:rPr b="0" i="1"/>
              <a:t> Domnului</a:t>
            </a:r>
            <a:r>
              <a:rPr b="0" i="0"/>
              <a:t>, </a:t>
            </a:r>
            <a:r>
              <a:rPr b="1" i="0"/>
              <a:t>Domnului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i="1" sz="4800">
                <a:solidFill>
                  <a:srgbClr val="FFFFFF"/>
                </a:solidFill>
                <a:latin typeface="Calibri"/>
              </a:rPr>
              <a:t> Domnului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plăcut, dar numai Lui, </a:t>
            </a:r>
            <a:r>
              <a:rPr b="1" sz="4800">
                <a:solidFill>
                  <a:srgbClr val="FFFFFF"/>
                </a:solidFill>
                <a:latin typeface="Calibri"/>
              </a:rPr>
              <a:t>dar numai 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Lui Satan nu-i da nimic,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faci fapte bune cât eşti pe Pământ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faci fapte bune cât eşti pe Pământ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înveţi de la Domnul Isus, Mielul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Plata ta va fi mare sus în veşnicii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 sunt nesfârşite bucurii.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Fii plăcut</a:t>
            </a:r>
            <a:r>
              <a:rPr b="0" i="0"/>
              <a:t>, </a:t>
            </a:r>
            <a:r>
              <a:rPr b="1" i="0"/>
              <a:t>fii plăcut</a:t>
            </a:r>
            <a:r>
              <a:rPr b="0" i="1"/>
              <a:t> Domnului</a:t>
            </a:r>
            <a:r>
              <a:rPr b="0" i="0"/>
              <a:t>, </a:t>
            </a:r>
            <a:r>
              <a:rPr b="1" i="0"/>
              <a:t>Domnului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fii plăcut</a:t>
            </a:r>
            <a:r>
              <a:rPr i="1" sz="4800">
                <a:solidFill>
                  <a:srgbClr val="FFFFFF"/>
                </a:solidFill>
                <a:latin typeface="Calibri"/>
              </a:rPr>
              <a:t> Domnului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plăcut, dar numai Lui, </a:t>
            </a:r>
            <a:r>
              <a:rPr b="1" sz="4800">
                <a:solidFill>
                  <a:srgbClr val="FFFFFF"/>
                </a:solidFill>
                <a:latin typeface="Calibri"/>
              </a:rPr>
              <a:t>dar numai 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Lui Satan nu-i da nimic,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