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Într-o iesle, într-un grajd din Betleem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Într-o iesle, într-un grajd din Betleem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S-a născut al nost’ Mântuitor,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Îngeri şi păstori Îi cântă toţi în cor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„Slavă pe Pământ şi sus în cer.”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Să-I cântăm cu toţi pruncului Isus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Să-I cântăm cu toţi pruncului Isus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Care mântuire şi viaţă ne-a adus.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Să-I cântăm „Osana, slavă Lui în veci!”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prin El avem acum viaţa.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Haideţi toţi la Betleem să ne-nchinăm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Haideţi toţi la Betleem să ne-nchinăm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Şi-ale noastre inimi să le dăm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Pruncului Isus, al nost’ Mântuitor,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Să-I cântăm cu îngerii în cor.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Să-I cântăm cu toţi pruncului Isus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Să-I cântăm cu toţi pruncului Isus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Care mântuire şi viaţă ne-a adus.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Să-I cântăm „Osana, slavă Lui în veci!”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prin El avem acum viaţa.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