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Betleem e noapte liniştită şi toţi se odihnesc la casa 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Betleem e noapte liniştită şi toţi se odihnesc la casa 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când Isus în ieslea umilită S-a coborât ca rob şi Domnitor.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„Aleluia!” Îi cântă imnuri corul,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„Aleluia!” Îi cântă imnuri corul,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cântaţi cu toţi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S-a născut Isus, Mântuitorul,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S-a născut un Fiu de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întregul cer răsună,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mărire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fiţi plini de voie bună,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plini de pace toţi aleşii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grajd întunecos Lumina vieţii S-a coborât ca om pe-acest Pământ,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grajd întunecos Lumina vieţii S-a coborât ca om pe-acest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dezlipit de slava frumuseţii, S-a dezbrăcat de haina Lui de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„Aleluia!” Îi cântă imnuri corul,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„Aleluia!” Îi cântă imnuri corul,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cântaţi cu toţi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S-a născut Isus, Mântuitorul,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S-a născut un Fiu de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întregul cer răsună,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mărire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fiţi plini de voie bună,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plini de pace toţi aleşii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câmp păstorii-şi pasc oile-n tihnă şi când deodată îngerii în cor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câmp păstorii-şi pasc oile-n tihnă şi când deodată îngerii în cor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Apar pe cer cu slavă şi lumină, cântând şi preamărind pe Domnitor.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Betleem ni S-a născut Mesia,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Betleem ni S-a născut Mesia,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Rege pentru pace aţi primit.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Acelui Domn cântaţi-I azi cântarea,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Acelui Domn ce rob a devenit.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oamenii să-I cânte-n cor mărire,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Acelui sfânt, sfânt, sfânt, de trei ori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Mielului ce a-ntruchipat iubirea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aducă pacea pe Pământ.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