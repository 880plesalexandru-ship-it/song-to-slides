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Bucuraţi-vă de vestea bună şi deschideţi-vă inima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Bucuraţi-vă de vestea bună şi deschideţi-vă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Faceţi şi voi azi din ea o iesle să Se nască Domnul şi în 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Pregătiţi-I astăzi loc de cinste Pruncului Preasfânt venit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Aşteptaţi-L toţi cu bucurie pe Mesia Domnul, pe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cer, pace pe Pământ,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 oastea sfântă-a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 fie între oameni, pace între-aceia plăcuţi Lui!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 să răsune „Slavă Domnului!”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Aleluia, pace între-aceia plăcuţi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Duceţi mai departe vestea bună că ni S-a născut Mântuitor,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Duceţi mai departe vestea bună că ni S-a născut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aşa cum îngerii din slavă vestea au adus păstorilor.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Daţi şi voi în dar cu bucurie inimi sfinte astăzi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aşa cum magii din vechime daruri scumpe Pruncului au dus.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cer, pace pe Pământ,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 oastea sfântă-a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 fie între oameni, pace între-aceia plăcuţi Lui!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 să răsune „Slavă Domnului!”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Aleluia, pace între-aceia plăcuţi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ne bucurăm că El trăieşte şi că viu în inimi Îl avem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bucurăm că El trăieşte şi că viu în inimi Îl avem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Pe-mpăratul ce în umilinţă S-a născut în iesle-n Betleem.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cu inimi bucuroase, slavă fie Celui ce-a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mântuiască din pierzare, Domnul fie în veci preamărit.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 sus în cer, pace pe Pământ,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 sus în cer, pace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 oastea sfântă-a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 fie între oameni, pace între-aceia plăcuţi Lui!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 să răsune „Slavă Domnului!”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Aleluia, pace între-aceia plăcuţi Lui.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