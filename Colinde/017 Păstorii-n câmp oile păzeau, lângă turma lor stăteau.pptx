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Păstorii-n câmp oile păzeau, lângă turma lor stăteau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Păstorii-n câmp oile păzeau, lângă turma lor stăteau,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deodată sus pe nori îngeri se arătară-n cor.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Mare bucurie-a fost şi este,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bucurie-a fost şi este,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tot răsună sfânta veste: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„S-a născut Mesia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Domnul domnilor”.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Magii de la Răsărit după stea ei au pornit,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Magii de la Răsărit după stea ei au pornit,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 când au aflat cu toţii I s-au închinat.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Mare bucurie-a fost şi este,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bucurie-a fost şi este,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tot răsună sfânta veste: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„S-a născut Mesia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Domnul domnilor”.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vrei şi tu să te închini în faţa Pruncului divin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vrei şi tu să te închini în faţa Pruncului divin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Poţi s-o faci chiar acum, de vii pe sfântul 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Mare bucurie-a fost şi este,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bucurie-a fost şi este,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tot răsună sfânta veste: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„S-a născut Mesia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Domnul domnilor”.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