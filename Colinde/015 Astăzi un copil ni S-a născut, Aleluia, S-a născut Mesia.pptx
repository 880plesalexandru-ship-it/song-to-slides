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Astăzi un copil ni S-a născut, Aleluia, S-a născut Mesia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Astăzi un copil ni S-a născut, Aleluia, S-a născut Mesia,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După cum proorocii au văzut, într-o iesle-n paie în Iudeea.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Aleluia, S-a născut Isus, </a:t>
            </a:r>
            <a:r>
              <a:rPr b="1" i="0"/>
              <a:t>Isus</a:t>
            </a:r>
            <a:r>
              <a:rPr b="0" i="0"/>
              <a:t>, slavă fie jos şi-n ceruri sus,</a:t>
            </a:r>
            <a:r>
              <a:rPr b="1" i="0"/>
              <a:t> şi sus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Aleluia, S-a născut Isus, </a:t>
            </a:r>
            <a:r>
              <a:rPr b="1" sz="4800">
                <a:solidFill>
                  <a:srgbClr val="FFFFFF"/>
                </a:solidFill>
                <a:latin typeface="Calibri"/>
              </a:rPr>
              <a:t>Isus</a:t>
            </a:r>
            <a:r>
              <a:rPr sz="4800">
                <a:solidFill>
                  <a:srgbClr val="FFFFFF"/>
                </a:solidFill>
                <a:latin typeface="Calibri"/>
              </a:rPr>
              <a:t>, slavă fie jos şi-n ceruri sus,</a:t>
            </a:r>
            <a:r>
              <a:rPr b="1" sz="4800">
                <a:solidFill>
                  <a:srgbClr val="FFFFFF"/>
                </a:solidFill>
                <a:latin typeface="Calibri"/>
              </a:rPr>
              <a:t> şi sus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Toţi cei vii să-I cânte bucuria, Aleluia, S-a născut Mesia!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Au venit păstorii la închinat, bucuroşi de ce li se vestise,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Au venit păstorii la închinat, bucuroşi de ce li se vestise,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un înger ce s-a arătat, minunat şi astfel le vorbise: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Aleluia, S-a născut Isus, </a:t>
            </a:r>
            <a:r>
              <a:rPr b="1" i="0"/>
              <a:t>Isus</a:t>
            </a:r>
            <a:r>
              <a:rPr b="0" i="0"/>
              <a:t>, slavă fie jos şi-n ceruri sus,</a:t>
            </a:r>
            <a:r>
              <a:rPr b="1" i="0"/>
              <a:t> şi sus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Aleluia, S-a născut Isus, </a:t>
            </a:r>
            <a:r>
              <a:rPr b="1" sz="4800">
                <a:solidFill>
                  <a:srgbClr val="FFFFFF"/>
                </a:solidFill>
                <a:latin typeface="Calibri"/>
              </a:rPr>
              <a:t>Isus</a:t>
            </a:r>
            <a:r>
              <a:rPr sz="4800">
                <a:solidFill>
                  <a:srgbClr val="FFFFFF"/>
                </a:solidFill>
                <a:latin typeface="Calibri"/>
              </a:rPr>
              <a:t>, slavă fie jos şi-n ceruri sus,</a:t>
            </a:r>
            <a:r>
              <a:rPr b="1" sz="4800">
                <a:solidFill>
                  <a:srgbClr val="FFFFFF"/>
                </a:solidFill>
                <a:latin typeface="Calibri"/>
              </a:rPr>
              <a:t> şi sus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Toţi cei vii să-I cânte bucuria, Aleluia, S-a născut Mesia!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Magii au venit din Răsărit, după steaua călăuzitoare,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Magii au venit din Răsărit, după steaua călăuzitoare,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Să-I aducă Celui proslăvit daruri scumpe şi mirositoare.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Aleluia, S-a născut Isus, </a:t>
            </a:r>
            <a:r>
              <a:rPr b="1" i="0"/>
              <a:t>Isus</a:t>
            </a:r>
            <a:r>
              <a:rPr b="0" i="0"/>
              <a:t>, slavă fie jos şi-n ceruri sus,</a:t>
            </a:r>
            <a:r>
              <a:rPr b="1" i="0"/>
              <a:t> şi sus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Aleluia, S-a născut Isus, </a:t>
            </a:r>
            <a:r>
              <a:rPr b="1" sz="4800">
                <a:solidFill>
                  <a:srgbClr val="FFFFFF"/>
                </a:solidFill>
                <a:latin typeface="Calibri"/>
              </a:rPr>
              <a:t>Isus</a:t>
            </a:r>
            <a:r>
              <a:rPr sz="4800">
                <a:solidFill>
                  <a:srgbClr val="FFFFFF"/>
                </a:solidFill>
                <a:latin typeface="Calibri"/>
              </a:rPr>
              <a:t>, slavă fie jos şi-n ceruri sus,</a:t>
            </a:r>
            <a:r>
              <a:rPr b="1" sz="4800">
                <a:solidFill>
                  <a:srgbClr val="FFFFFF"/>
                </a:solidFill>
                <a:latin typeface="Calibri"/>
              </a:rPr>
              <a:t> şi sus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Pacea Lui în inimi să vă fie de acum şi până-n veşnicie.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Ca păstorii-aceia de la oi şi ca magii cei din depărtare,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păstorii-aceia de la oi şi ca magii cei din depărtare,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Haideţi bucuroşi acum şi noi să-nălţăm spre ceruri o cântare.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Aleluia, S-a născut Isus, </a:t>
            </a:r>
            <a:r>
              <a:rPr b="1" i="0"/>
              <a:t>Isus</a:t>
            </a:r>
            <a:r>
              <a:rPr b="0" i="0"/>
              <a:t>, slavă fie jos şi-n ceruri sus,</a:t>
            </a:r>
            <a:r>
              <a:rPr b="1" i="0"/>
              <a:t> şi sus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Aleluia, S-a născut Isus, </a:t>
            </a:r>
            <a:r>
              <a:rPr b="1" sz="4800">
                <a:solidFill>
                  <a:srgbClr val="FFFFFF"/>
                </a:solidFill>
                <a:latin typeface="Calibri"/>
              </a:rPr>
              <a:t>Isus</a:t>
            </a:r>
            <a:r>
              <a:rPr sz="4800">
                <a:solidFill>
                  <a:srgbClr val="FFFFFF"/>
                </a:solidFill>
                <a:latin typeface="Calibri"/>
              </a:rPr>
              <a:t>, slavă fie jos şi-n ceruri sus,</a:t>
            </a:r>
            <a:r>
              <a:rPr b="1" sz="4800">
                <a:solidFill>
                  <a:srgbClr val="FFFFFF"/>
                </a:solidFill>
                <a:latin typeface="Calibri"/>
              </a:rPr>
              <a:t> şi sus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Toţi cei vii să-I cânte bucuria, Aleluia, S-a născut Mesia!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Aleluia, S-a născut Isus, </a:t>
            </a:r>
            <a:r>
              <a:rPr b="1" sz="4800">
                <a:solidFill>
                  <a:srgbClr val="FFFFFF"/>
                </a:solidFill>
                <a:latin typeface="Calibri"/>
              </a:rPr>
              <a:t>Isus</a:t>
            </a:r>
            <a:r>
              <a:rPr sz="4800">
                <a:solidFill>
                  <a:srgbClr val="FFFFFF"/>
                </a:solidFill>
                <a:latin typeface="Calibri"/>
              </a:rPr>
              <a:t>, slavă fie jos şi-n ceruri sus,</a:t>
            </a:r>
            <a:r>
              <a:rPr b="1" sz="4800">
                <a:solidFill>
                  <a:srgbClr val="FFFFFF"/>
                </a:solidFill>
                <a:latin typeface="Calibri"/>
              </a:rPr>
              <a:t> şi sus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Pacea Lui în inimi să vă fie de acum şi până-n veşnicie.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