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În oraşul Betleem, Iosif cu sfânta Marie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oraşul Betleem, Iosif cu sfânta Marie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Osteniţi de-atâta drum caută loc de găzduire.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Nimenea nu a dorit să-i primească-n casa lor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Doar un staul au găsit ca să nască Pruncuşor.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Acolo în iesle jos S-a născut Isus Hristos,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Acolo în iesle jos S-a născut Isus Hristos,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Îngeri cântă sus în cer: „S-a născut Emanuel!”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Dar deodată pe Pământ o lumină se iveşte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deodată pe Pământ o lumină se iveşte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păstorii de pe câmp îngerul le glăsuieşte: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„Nu vă temeţi, căci aduc veste bună în popor,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Astăzi S-a născut un prunc, S-a născut Mântuitor.”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Acolo în iesle jos S-a născut Isus Hristos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Acolo în iesle jos S-a născut Isus Hristos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Iar păstorii din câmpie cântă toţi de bucurie.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Sărbătoarea este mare, chiar şi azi sună colindul,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Sărbătoarea este mare, chiar şi azi sună colindul,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Vestea bună se aude de răsună-ntreg Pământul.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Hai cu toţii să cântăm: „Slavă, slavă-n cerul sfânt!”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Pruncului să ne-nchinăm, pace fie pe Pământ.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Acolo în iesle jos S-a născut Isus Hristos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Acolo în iesle jos S-a născut Isus Hristos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Slavă Ţie, Dumnezeu că avem pe Fiul Tău.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