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Nu a fost şi nu va fi vreodată veste mai frumoasă pe Pământ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a fost şi nu va fi vreodată veste mai frumoasă pe Pământ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Decât vestea că în lume S-a născut un Prunc Preasfânt.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se va mai auzi vreodată de un Fiu de Dumnezeu născut,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ce singurul veni din slavă, vin’ la al tău Salvator, Isus!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Să cânte</a:t>
            </a:r>
            <a:r>
              <a:rPr b="0" i="0"/>
              <a:t> „</a:t>
            </a:r>
            <a:r>
              <a:rPr b="0" i="1"/>
              <a:t>Slavă</a:t>
            </a:r>
            <a:r>
              <a:rPr b="0" i="0"/>
              <a:t>, </a:t>
            </a:r>
            <a:r>
              <a:rPr b="1" i="0"/>
              <a:t>slavă</a:t>
            </a:r>
            <a:r>
              <a:rPr b="0" i="0"/>
              <a:t>, </a:t>
            </a:r>
            <a:r>
              <a:rPr b="0" i="1"/>
              <a:t>slavă</a:t>
            </a:r>
            <a:r>
              <a:rPr b="0" i="0"/>
              <a:t>, </a:t>
            </a:r>
            <a:r>
              <a:rPr b="1" i="0"/>
              <a:t>slavă</a:t>
            </a:r>
            <a:r>
              <a:rPr b="0" i="0"/>
              <a:t>!” oricine pe Pământ,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Să cânte</a:t>
            </a:r>
            <a:r>
              <a:rPr sz="4800">
                <a:solidFill>
                  <a:srgbClr val="FFFFFF"/>
                </a:solidFill>
                <a:latin typeface="Calibri"/>
              </a:rPr>
              <a:t> „</a:t>
            </a:r>
            <a:r>
              <a:rPr i="1" sz="4800">
                <a:solidFill>
                  <a:srgbClr val="FFFFFF"/>
                </a:solidFill>
                <a:latin typeface="Calibri"/>
              </a:rPr>
              <a:t>Slavă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slavă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slavă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slavă</a:t>
            </a:r>
            <a:r>
              <a:rPr sz="4800">
                <a:solidFill>
                  <a:srgbClr val="FFFFFF"/>
                </a:solidFill>
                <a:latin typeface="Calibri"/>
              </a:rPr>
              <a:t>!” oricine pe Pământ,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Celui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Celui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ce veşnic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 veşnic</a:t>
            </a:r>
            <a:r>
              <a:rPr sz="4800">
                <a:solidFill>
                  <a:srgbClr val="FFFFFF"/>
                </a:solidFill>
                <a:latin typeface="Calibri"/>
              </a:rPr>
              <a:t>, rămâne-al Său Cuvânt.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S-a-mplinit tot ce se profeţise, îngerii cântau ca niciodat’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S-a-mplinit tot ce se profeţise, îngerii cântau ca niciodat’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al nopţii întuneric, de cântări a răsunat.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venit o zi cu noi speranţe, noi nădejdi clădite, nu-n nisip,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Ci pe Stânca tare-a vieţii, pe Acel ce-i veşnic nesfârşit.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Să cânte</a:t>
            </a:r>
            <a:r>
              <a:rPr b="0" i="0"/>
              <a:t> „</a:t>
            </a:r>
            <a:r>
              <a:rPr b="0" i="1"/>
              <a:t>Slavă</a:t>
            </a:r>
            <a:r>
              <a:rPr b="0" i="0"/>
              <a:t>, </a:t>
            </a:r>
            <a:r>
              <a:rPr b="1" i="0"/>
              <a:t>slavă</a:t>
            </a:r>
            <a:r>
              <a:rPr b="0" i="0"/>
              <a:t>, </a:t>
            </a:r>
            <a:r>
              <a:rPr b="0" i="1"/>
              <a:t>slavă</a:t>
            </a:r>
            <a:r>
              <a:rPr b="0" i="0"/>
              <a:t>, </a:t>
            </a:r>
            <a:r>
              <a:rPr b="1" i="0"/>
              <a:t>slavă</a:t>
            </a:r>
            <a:r>
              <a:rPr b="0" i="0"/>
              <a:t>!” oricine pe Pământ,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Să cânte</a:t>
            </a:r>
            <a:r>
              <a:rPr sz="4800">
                <a:solidFill>
                  <a:srgbClr val="FFFFFF"/>
                </a:solidFill>
                <a:latin typeface="Calibri"/>
              </a:rPr>
              <a:t> „</a:t>
            </a:r>
            <a:r>
              <a:rPr i="1" sz="4800">
                <a:solidFill>
                  <a:srgbClr val="FFFFFF"/>
                </a:solidFill>
                <a:latin typeface="Calibri"/>
              </a:rPr>
              <a:t>Slavă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slavă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slavă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slavă</a:t>
            </a:r>
            <a:r>
              <a:rPr sz="4800">
                <a:solidFill>
                  <a:srgbClr val="FFFFFF"/>
                </a:solidFill>
                <a:latin typeface="Calibri"/>
              </a:rPr>
              <a:t>!” oricine pe Pământ,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Celui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Celui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ce veşnic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ce veşnic</a:t>
            </a:r>
            <a:r>
              <a:rPr sz="4800">
                <a:solidFill>
                  <a:srgbClr val="FFFFFF"/>
                </a:solidFill>
                <a:latin typeface="Calibri"/>
              </a:rPr>
              <a:t>, rămâne-al Său Cuvânt.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