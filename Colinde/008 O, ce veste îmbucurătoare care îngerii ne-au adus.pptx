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O, ce veste îmbucurătoare care îngerii ne-au adus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veste îmbucurătoare care îngerii ne-au adus,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Vestea despre mare îndurare care Dumnezeu ne-a trimis de 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Iată</a:t>
            </a:r>
            <a:r>
              <a:rPr b="0" i="0"/>
              <a:t>, </a:t>
            </a:r>
            <a:r>
              <a:rPr b="1" i="0"/>
              <a:t>iată</a:t>
            </a:r>
            <a:r>
              <a:rPr b="0" i="0"/>
              <a:t>,</a:t>
            </a:r>
            <a:r>
              <a:rPr b="1" i="0"/>
              <a:t> </a:t>
            </a:r>
            <a:r>
              <a:rPr b="0" i="0"/>
              <a:t>S-a născut Isus, </a:t>
            </a:r>
            <a:r>
              <a:rPr b="0" i="1"/>
              <a:t>mântuire</a:t>
            </a:r>
            <a:r>
              <a:rPr b="0" i="0"/>
              <a:t>, </a:t>
            </a:r>
            <a:r>
              <a:rPr b="1" i="0"/>
              <a:t>mântuire</a:t>
            </a:r>
            <a:r>
              <a:rPr b="0" i="0"/>
              <a:t>, ne-a adus,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Iată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iată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S-a născut Isus, </a:t>
            </a:r>
            <a:r>
              <a:rPr i="1" sz="4800">
                <a:solidFill>
                  <a:srgbClr val="FFFFFF"/>
                </a:solidFill>
                <a:latin typeface="Calibri"/>
              </a:rPr>
              <a:t>mântuire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mântuire</a:t>
            </a:r>
            <a:r>
              <a:rPr sz="4800">
                <a:solidFill>
                  <a:srgbClr val="FFFFFF"/>
                </a:solidFill>
                <a:latin typeface="Calibri"/>
              </a:rPr>
              <a:t>, ne-a adus,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ne</a:t>
            </a:r>
            <a:r>
              <a:rPr sz="4800">
                <a:solidFill>
                  <a:srgbClr val="FFFFFF"/>
                </a:solidFill>
                <a:latin typeface="Calibri"/>
              </a:rPr>
              <a:t>, scapă din nevoi, </a:t>
            </a:r>
            <a:r>
              <a:rPr i="1" sz="4800">
                <a:solidFill>
                  <a:srgbClr val="FFFFFF"/>
                </a:solidFill>
                <a:latin typeface="Calibri"/>
              </a:rPr>
              <a:t>Dumnezeu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Dumnezeu</a:t>
            </a:r>
            <a:r>
              <a:rPr sz="4800">
                <a:solidFill>
                  <a:srgbClr val="FFFFFF"/>
                </a:solidFill>
                <a:latin typeface="Calibri"/>
              </a:rPr>
              <a:t>, este cu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ce veste îmbucurătoare, cântăm toţi cu-nsufleţire,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veste îmbucurătoare, cântăm toţi cu-nsufleţire,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vestească deci buzele noastre: „Domnul ne-a dăruit mântuire”.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Iată</a:t>
            </a:r>
            <a:r>
              <a:rPr b="0" i="0"/>
              <a:t>, </a:t>
            </a:r>
            <a:r>
              <a:rPr b="1" i="0"/>
              <a:t>iată</a:t>
            </a:r>
            <a:r>
              <a:rPr b="0" i="0"/>
              <a:t>,</a:t>
            </a:r>
            <a:r>
              <a:rPr b="1" i="0"/>
              <a:t> </a:t>
            </a:r>
            <a:r>
              <a:rPr b="0" i="0"/>
              <a:t>S-a născut Isus, </a:t>
            </a:r>
            <a:r>
              <a:rPr b="0" i="1"/>
              <a:t>mântuire</a:t>
            </a:r>
            <a:r>
              <a:rPr b="0" i="0"/>
              <a:t>, </a:t>
            </a:r>
            <a:r>
              <a:rPr b="1" i="0"/>
              <a:t>mântuire</a:t>
            </a:r>
            <a:r>
              <a:rPr b="0" i="0"/>
              <a:t>, ne-a adus,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Iată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iată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S-a născut Isus, </a:t>
            </a:r>
            <a:r>
              <a:rPr i="1" sz="4800">
                <a:solidFill>
                  <a:srgbClr val="FFFFFF"/>
                </a:solidFill>
                <a:latin typeface="Calibri"/>
              </a:rPr>
              <a:t>mântuire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mântuire</a:t>
            </a:r>
            <a:r>
              <a:rPr sz="4800">
                <a:solidFill>
                  <a:srgbClr val="FFFFFF"/>
                </a:solidFill>
                <a:latin typeface="Calibri"/>
              </a:rPr>
              <a:t>, ne-a adus,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ne</a:t>
            </a:r>
            <a:r>
              <a:rPr sz="4800">
                <a:solidFill>
                  <a:srgbClr val="FFFFFF"/>
                </a:solidFill>
                <a:latin typeface="Calibri"/>
              </a:rPr>
              <a:t>, scapă din nevoi, </a:t>
            </a:r>
            <a:r>
              <a:rPr i="1" sz="4800">
                <a:solidFill>
                  <a:srgbClr val="FFFFFF"/>
                </a:solidFill>
                <a:latin typeface="Calibri"/>
              </a:rPr>
              <a:t>Dumnezeu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Dumnezeu</a:t>
            </a:r>
            <a:r>
              <a:rPr sz="4800">
                <a:solidFill>
                  <a:srgbClr val="FFFFFF"/>
                </a:solidFill>
                <a:latin typeface="Calibri"/>
              </a:rPr>
              <a:t>, este cu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ce veste îmbucurătoare, ea ’stâmpără orice dureri,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veste îmbucurătoare, ea ’stâmpără orice dureri,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de sus la noi se coboară, Cel Sfânt ca să ne ridice la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Iată</a:t>
            </a:r>
            <a:r>
              <a:rPr b="0" i="0"/>
              <a:t>, </a:t>
            </a:r>
            <a:r>
              <a:rPr b="1" i="0"/>
              <a:t>iată</a:t>
            </a:r>
            <a:r>
              <a:rPr b="0" i="0"/>
              <a:t>,</a:t>
            </a:r>
            <a:r>
              <a:rPr b="1" i="0"/>
              <a:t> </a:t>
            </a:r>
            <a:r>
              <a:rPr b="0" i="0"/>
              <a:t>S-a născut Isus, </a:t>
            </a:r>
            <a:r>
              <a:rPr b="0" i="1"/>
              <a:t>mântuire</a:t>
            </a:r>
            <a:r>
              <a:rPr b="0" i="0"/>
              <a:t>, </a:t>
            </a:r>
            <a:r>
              <a:rPr b="1" i="0"/>
              <a:t>mântuire</a:t>
            </a:r>
            <a:r>
              <a:rPr b="0" i="0"/>
              <a:t>, ne-a adus,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Iată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iată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S-a născut Isus, </a:t>
            </a:r>
            <a:r>
              <a:rPr i="1" sz="4800">
                <a:solidFill>
                  <a:srgbClr val="FFFFFF"/>
                </a:solidFill>
                <a:latin typeface="Calibri"/>
              </a:rPr>
              <a:t>mântuire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mântuire</a:t>
            </a:r>
            <a:r>
              <a:rPr sz="4800">
                <a:solidFill>
                  <a:srgbClr val="FFFFFF"/>
                </a:solidFill>
                <a:latin typeface="Calibri"/>
              </a:rPr>
              <a:t>, ne-a adus,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ne</a:t>
            </a:r>
            <a:r>
              <a:rPr sz="4800">
                <a:solidFill>
                  <a:srgbClr val="FFFFFF"/>
                </a:solidFill>
                <a:latin typeface="Calibri"/>
              </a:rPr>
              <a:t>, scapă din nevoi, </a:t>
            </a:r>
            <a:r>
              <a:rPr i="1" sz="4800">
                <a:solidFill>
                  <a:srgbClr val="FFFFFF"/>
                </a:solidFill>
                <a:latin typeface="Calibri"/>
              </a:rPr>
              <a:t>Dumnezeu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Dumnezeu</a:t>
            </a:r>
            <a:r>
              <a:rPr sz="4800">
                <a:solidFill>
                  <a:srgbClr val="FFFFFF"/>
                </a:solidFill>
                <a:latin typeface="Calibri"/>
              </a:rPr>
              <a:t>, este cu noi.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