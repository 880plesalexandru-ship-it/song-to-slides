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Demult profeţii-au profeţit că Se va naşte 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Demult profeţii-au profeţit că Se va naşte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Mesia cel mult aşteptat numit Emanuel.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Azi S-a născut</a:t>
            </a:r>
            <a:r>
              <a:rPr b="0" i="0"/>
              <a:t>, </a:t>
            </a:r>
            <a:r>
              <a:rPr b="1" i="0"/>
              <a:t>în Betleem</a:t>
            </a:r>
            <a:r>
              <a:rPr b="0" i="0"/>
              <a:t>, </a:t>
            </a:r>
            <a:r>
              <a:rPr b="0" i="1"/>
              <a:t>în Betleem</a:t>
            </a:r>
            <a:r>
              <a:rPr b="0" i="0"/>
              <a:t>,</a:t>
            </a:r>
            <a:r>
              <a:rPr b="1" i="0"/>
              <a:t> azi S-a născut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Azi S-a născut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 Betleem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 Betleem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azi S-a născut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Salvator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minunat!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 minunat!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Salvator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Cântaţi, cântaţi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vă bucuraţi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vă bucuraţi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cântaţi, cântaţi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S-a născut în Betleem cu adevărat.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cer un înger a trimis să spună tuturor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cer un înger a trimis să spună tuturor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vestea bună, de Isus, de harul salvator.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Azi S-a născut</a:t>
            </a:r>
            <a:r>
              <a:rPr b="0" i="0"/>
              <a:t>, </a:t>
            </a:r>
            <a:r>
              <a:rPr b="1" i="0"/>
              <a:t>în Betleem</a:t>
            </a:r>
            <a:r>
              <a:rPr b="0" i="0"/>
              <a:t>, </a:t>
            </a:r>
            <a:r>
              <a:rPr b="0" i="1"/>
              <a:t>în Betleem</a:t>
            </a:r>
            <a:r>
              <a:rPr b="0" i="0"/>
              <a:t>,</a:t>
            </a:r>
            <a:r>
              <a:rPr b="1" i="0"/>
              <a:t> azi S-a născut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Azi S-a născut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 Betleem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 Betleem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azi S-a născut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Salvator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minunat!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 minunat!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Salvator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Cântaţi, cântaţi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vă bucuraţi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vă bucuraţi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cântaţi, cântaţi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S-a născut în Betleem cu adevărat.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Se bucură acuma iar creştinii pe Pământ,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bucură acuma iar creştinii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inimă din nou răsar nădejdi ce dau avânt.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Azi S-a născut</a:t>
            </a:r>
            <a:r>
              <a:rPr b="0" i="0"/>
              <a:t>, </a:t>
            </a:r>
            <a:r>
              <a:rPr b="1" i="0"/>
              <a:t>în Betleem</a:t>
            </a:r>
            <a:r>
              <a:rPr b="0" i="0"/>
              <a:t>, </a:t>
            </a:r>
            <a:r>
              <a:rPr b="0" i="1"/>
              <a:t>în Betleem</a:t>
            </a:r>
            <a:r>
              <a:rPr b="0" i="0"/>
              <a:t>,</a:t>
            </a:r>
            <a:r>
              <a:rPr b="1" i="0"/>
              <a:t> azi S-a născut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Azi S-a născut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 Betleem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 Betleem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azi S-a născut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Salvator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minunat!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 minunat!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Salvator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Cântaţi, cântaţi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vă bucuraţi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vă bucuraţi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cântaţi, cântaţi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S-a născut în Betleem cu adevărat.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peste-al anilor şirag ecou a străbătut,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peste-al anilor şirag ecou a străbătut,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Răsună parcă tot mai larg „Mesia S-a născut!”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Azi S-a născut</a:t>
            </a:r>
            <a:r>
              <a:rPr b="0" i="0"/>
              <a:t>, </a:t>
            </a:r>
            <a:r>
              <a:rPr b="1" i="0"/>
              <a:t>în Betleem</a:t>
            </a:r>
            <a:r>
              <a:rPr b="0" i="0"/>
              <a:t>, </a:t>
            </a:r>
            <a:r>
              <a:rPr b="0" i="1"/>
              <a:t>în Betleem</a:t>
            </a:r>
            <a:r>
              <a:rPr b="0" i="0"/>
              <a:t>,</a:t>
            </a:r>
            <a:r>
              <a:rPr b="1" i="0"/>
              <a:t> azi S-a născut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Azi S-a născut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 Betleem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 Betleem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azi S-a născut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Un Salvator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minunat!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 minunat!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un Salvator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Cântaţi, cântaţi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vă bucuraţi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vă bucuraţi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cântaţi, cântaţi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S-a născut în Betleem cu adevărat.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