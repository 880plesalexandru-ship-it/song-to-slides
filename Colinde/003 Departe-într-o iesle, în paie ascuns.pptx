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Departe-într-o iesle, în paie ascuns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Departe-într-o iesle, în paie ascuns,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Culcat de Maria stă pruncul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Îi cântă şi-L leagănă-n stele de-argint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Şi-încet copilaşul adoarme zâmbind.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oile-n staul zgomotos Îl trezesc,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Duios le priveşte şi se liniştesc.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Prunc minunat, Te slăvim c-ai venit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Şi-n ieslea săracă adânc Te-ai smerit.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Rămâi, drag Isuse, cu noi Te rugăm,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N-avem bogăţii, dar tot ce-avem Îţi dăm,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Tu dă-ne binecuvântarea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Şi viaţa întreagă la iesle-Ţi vom sta.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