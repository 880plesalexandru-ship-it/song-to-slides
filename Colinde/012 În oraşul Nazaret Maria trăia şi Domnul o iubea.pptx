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oraşul Nazaret Maria trăia şi Domnul o iubea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oraşul Nazaret Maria trăia şi Domnul o iubea,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Iată Domnul printr-un înger astfel i-a vorbit: „Un prunc vei zămisli”.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sfânt fior, fior de sus, căci tocmai ea va naşte pe Mântuitor.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sfânt fior, fior de sus, căci tocmai ea va naşte pe Mântuitor.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Ea izbucni în bucurii, Maria cântă-n culmea marii fericiri.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Au plecat la Betleem de-acolo erau, pentru recensământ,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Au plecat la Betleem de-acolo erau, pentru recensământ,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Însă Iosif ca să scape de ea voia căci el curat 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Dumnezeu un vis i-a dat, l-a liniştit şi temerea i-a-înlăturat,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Dumnezeu un vis i-a dat, l-a liniştit şi temerea i-a-înlăturat,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fericit ajunse el că Se va naşte Dumnezeu, Emanuel.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S-a născut Isus Hristos, să cânte orice om cu suflet luminos,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noi veni căci ne iubi, Isus Mesia printre noi în veci va fi.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