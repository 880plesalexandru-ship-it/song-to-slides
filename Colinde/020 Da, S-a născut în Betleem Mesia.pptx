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Da, S-a născut în Betleem Mesia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Da, S-a născut în Betleem Mesia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mare-i bucuria, planul Său s-a împlinit.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Iată-n sfârşit venit-a mântuirea,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ne-a promis iubirea, prin prooroci El ne-a vorbit.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Aleluia, Aleluia,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Aleluia,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S-a născut Domnul!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Aleluia. Amin.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