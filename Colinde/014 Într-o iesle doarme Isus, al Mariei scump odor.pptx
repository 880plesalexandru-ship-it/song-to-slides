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Într-o iesle doarme Isus, al Mariei scump odor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Într-o iesle doarme Isus, al Mariei scump odor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privindu-L printre lacrimi ea Îl leagănă uşor.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la turma lor păstorii, către staul vin grăbiţi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Să se-nchine umiliţi.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a cerului mărire îngerii au coborât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a Pruncului vestire: „Azi un Rege S-a născut”.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păstorii lasă turma preamărind şi ei în cor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Pe slăvitul Pruncuşor.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Lângă iesle jos în paie cine stau îngenuncheaţi,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umile, rupte straie, bucuroşi şi luminaţi?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păstorii din câmpie prosternaţi ’naintea 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 dau slavă Domnului.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