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Steaua de la Răsărit magilor le-a prevestit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Stele mii cu osanale le vedeai pe fiecare,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Parcă mai strălucitoare în amurg.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Zăreai în noapte aceea mii de stele din Lacteea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Căci un Rege din Iudeea S-a născut.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Steaua de la Răsărit magilor le-a prevestit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Steaua de la Răsărit magilor le-a prevestit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născutul Împărat, Mesia cel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Stelele din galaxie, din înalta veşnicie,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Stelele din galaxie, din înalta veşnicie,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Figurau lumină vie pe Pământ.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Carul mic şi carul mare din înalta depărtare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Salutau cu închinare Pruncul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Steaua de la Răsărit magilor le-a prevestit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Steaua de la Răsărit magilor le-a prevestit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născutul Împărat, Mesia cel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Stele mari şi mai mărunte, peste-ocean şi peste munte,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Stele mari şi mai mărunte, peste-ocean şi peste munte,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I-au făcut cununi pe frunte din lumini,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Împăratului măririi, toţi luceferii iubirii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Dinspre marea strălucirii Îl priveau.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Steaua de la Răsărit magilor le-a prevestit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Steaua de la Răsărit magilor le-a prevestit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născutul Împărat, Mesia cel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Soli şi stele din sisteme, parcă toţi voiau să-L cheme,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Soli şi stele din sisteme, parcă toţi voiau să-L cheme,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 Îi cânte noi poeme-n Betleem.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Să-şi aplece toţi cununa, şi pământu-întreg şi luna,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Căci Isus pe 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Steaua de la Răsărit magilor le-a prevestit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Steaua de la Răsărit magilor le-a prevestit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născutul Împărat, Mesia cel minunat.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