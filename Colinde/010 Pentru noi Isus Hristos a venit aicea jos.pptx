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Pentru noi Isus Hristos a venit aicea 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 Isus Hristos a venit aicea jos,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Copilaş cu ochi senini, într-o lume cu suspin.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Deschide acum Copilului Sfânt,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Deschide acum Copilului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pace aduce pe-întregul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Deschide acum Copilului Sfânt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inima ta se va umple de cânt.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aşteaptă iubitor să venim acum cu 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aşteaptă iubitor să venim acum cu dor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dacă L-am supărat, slavă Lui că ne-a iertat.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Deschide acum Copilului Sfânt,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Deschide acum Copilului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pace aduce pe-întregul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Deschide acum Copilului Sfânt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inima ta se va umple de cânt.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