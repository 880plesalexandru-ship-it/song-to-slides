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noaptea lin coboară şi ceru-i înstelat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noaptea lin coboară şi ceru-i înstelat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amintim de Domnul Isus, ce minunat!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răsune cântul nostru, îngerii vestesc duios: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răsune cântul nostru, îngerii vestesc duios: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„Pace pe Pământ să fie, S-a născut Isus Hristos.”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Hai cu noi la ieslea sfântă, Pruncul ne zâmbeşte blând,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 cu noi la ieslea sfântă, Pruncul ne zâmbeşte blând,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teamă şi povară vor dispare în curând.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răsune cântul nostru, îngerii vestesc duios: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răsune cântul nostru, îngerii vestesc duios: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„Pace pe Pământ să fie, S-a născut Isus Hristos.”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