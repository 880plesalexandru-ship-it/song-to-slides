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Betleem e noapte, stelele, lucesc pe 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Betleem e noapte, stelele, lucesc pe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o nouă stea apare, steaua lui Israel.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Lumină ai răspândit, prin mii de galaxii,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Lumină ai răspândit, prin mii de galaxii,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Pace ne-ai adus şi multe bucurii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Magi din răsărit, steaua o zăresc,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Magi din răsărit, steaua o zăresc,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Ierusalim, cu daruri ei pornesc.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Lumină ai răspândit, prin mii de galaxii,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Lumină ai răspândit, prin mii de galaxii,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Pace ne-ai adus şi multe bucurii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S-a născut Hristos, Steaua dimineţii,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Hristos, Steaua dimineţii,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Isus, Împăratul vieţii.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Lumină ai răspândit, prin mii de galaxii,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Lumină ai răspândit, prin mii de galaxii,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Pace ne-ai adus şi multe bucurii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