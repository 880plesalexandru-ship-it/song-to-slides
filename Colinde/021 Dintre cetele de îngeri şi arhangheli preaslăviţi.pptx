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Dintre cetele de îngeri şi arhangheli preaslăviţi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Dintre cetele de îngeri şi arhangheli preaslăviţi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venit un sol în vale la păstori,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vă temeţi vă zic vouă şi nu vă înspăimântaţi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Vă aduc o veste bună şi pe Domnul lăudaţi,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lui Dumnezeu, slavă lui Dumnezeu,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lui Dumnezeu, slavă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locurile prea înalte, slavă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pace fie pe Pământ,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 oamenii plăcuţi Lui, pace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Astăzi în cetatea mică, în cetatea Betleem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în cetatea mică, în cetatea Betleem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Mântuitorul,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Veţi găsi un prunc acolo este marele-Mpărat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Înfăşat în scutece şi-într-o iesle aşezat,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de-odată valea-ntreagă de cântare s-a umplut,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de-odată valea-ntreagă de cântare s-a umplut,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cântarea bucuriei că Mesia S-a născut.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