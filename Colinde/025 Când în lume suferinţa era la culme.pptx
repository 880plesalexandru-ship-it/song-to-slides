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în lume suferinţa era la culme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în lume suferinţa era la culme,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speranţa celor mai mulţi s-a terminat,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Atunci, la împlinirea vremii,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Hristos, S-a întrupat.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Să-I cânte tot pământul lui Dumnezeu,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cânte tot pământul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a trimis la noi pe Fiul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a venit ca să ne mântuiască,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S-aducă pace şi să ne izbăvească.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Tronul de rege l-a lăsat în cer,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Tronul de rege l-a lăsat în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pentru-o clipă, om a devenit,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îmi schimbe suferinţa-n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să-mi dea harul să fiu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Să-I cânte tot pământul lui Dumnezeu,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cânte tot pământul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a trimis la noi pe Fiul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a venit ca să ne mântuiască,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S-aducă pace şi să ne izbăvească.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Aşa s-au scurs de-atunci multe veacuri,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s-au scurs de-atunci multe veacuri,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oamenii L-au uitat curând,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 rămas o rămăşiţă-aleasă,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Care-L iubeşte, cântându-I orişicând.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Să-I cânte tot pământul lui Dumnezeu,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cânte tot pământul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a trimis la noi pe Fiul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a venit ca să ne mântuiască,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S-aducă pace şi să ne izbăvească.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