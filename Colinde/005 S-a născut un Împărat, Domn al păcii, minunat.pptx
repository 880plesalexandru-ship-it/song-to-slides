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S-a născut un Împărat, Domn al păcii, minunat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S-a născut un Împărat, Domn al păcii,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S-a născut Mântuitor, Domn al tuturor.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      „Aleluia!” îngerii cântau, „Aleluia!” toţi se bucurau.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      „Aleluia!” şi noi cântăm, lui Mesia inima I-o dăm.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 sus în ceruri, pace pe Pământ,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 sus în ceruri,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Mesia, Domnul nostru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Cor de îngeri cântă Lui neîncetat,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Lui fie lăudat.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Cum profeţii-au profeţit astăzi totul s-a-mplinit,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Cum profeţii-au profeţit astăzi totul s-a-mplinit,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Cel care-i fără-nceput astăzi S-a născut.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 sus în ceruri, pace pe Pământ,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 sus în ceruri,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Mesia, Domnul nostru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Cor de îngeri cântă Lui neîncetat,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Lui fie lăudat.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Să răsune laude, vestea bunei îndurări,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 răsune laude, vestea bunei îndurări,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Întunericul s-a dus, S-a născut Isus.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 sus în ceruri, pace pe Pământ,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 sus în ceruri,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Mesia, Domnul nostru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Cor de îngeri cântă Lui neîncetat,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Lui fie lăudat.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</a:t>
            </a:r>
            <a:r>
              <a:rPr b="1" i="0"/>
              <a:t>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6.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Vestea bună îngerii-au adus, vestea bună la noi a ajuns: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Mesia profeţit, la noi jos pe Pământ a venit.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 sus în ceruri, pace pe Pământ,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 sus în ceruri,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Mesia, Domnul nostru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Cor de îngeri cântă Lui neîncetat,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Lui fie lăudat.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Saltă, Betleeme, mic oraş, azi în tin’ se naşte-un copilaş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Saltă, Betleeme, mic oraş, azi în tin’ se naşte-un copilaş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Mântuirea la noi a venit, Domnul cerului fie slăvit.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 sus în ceruri, pace pe Pământ,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 sus în ceruri,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Mesia, Domnul nostru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Cor de îngeri cântă Lui neîncetat,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Lui fie lăudat.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Cântaţi toţi cu glas de bucurie, slavă-n cer lui Dumnezeu fie,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Cântaţi toţi cu glas de bucurie, slavă-n cer lui Dumnezeu fie,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al nost’ Mântuitor, Isus Domnul, Domnul tuturor.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 sus în ceruri, pace pe Pământ,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 sus în ceruri,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Mesia, Domnul nostru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Cor de îngeri cântă Lui neîncetat,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Lui fie lăudat.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