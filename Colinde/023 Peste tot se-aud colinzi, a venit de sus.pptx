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Peste tot se-aud colinzi, a venit de 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Peste tot se-aud colinzi, a venit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S-a născut Mesia, mântuire ne-a adus,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inima ta e tristă, bucurie-n suflet n-ai,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nici azi nu L-ai lăsat, să Se nască-n viaţa ta!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/: Deschide-ţi inima, las’ să intre-n viaţa ta,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 Mântuire îţi va da şi tot cerul va cânta! :/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Mântuire îţi va da şi tot cerul va cânta!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Deschide-ţi inima.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a lăsat splendoarea, şi-a venit jos pe Pământ,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a lăsat splendoarea, şi-a venit jos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noi doi s-avem iertarea, ce prin dragoste-o primim,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mai stă şi azi şi bate, bate la inima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deschide-I dar degrabă, astăzi nu-L mai refuza!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  Mântuire îţi va da şi tot cerul va cânta! :/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Mântuire îţi va da şi tot cerul va cânta!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Deschide-ţi inima.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