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Îngerii din ceruri cântă pe deasupra văilor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Îngerii din ceruri cântă pe deasupra văilor,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Munţii bucuroşi ascultă armonia-n cântul 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Glorie! S-a născut Mesia!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Glorie! S-a născut Mesia!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Ce-i cu bucuria voastră, voi, păstori, ce auziţi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Ce-i cu bucuria voastră, voi, păstori, ce auziţi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Frumuseţea văii-albastre, cum de neclintiţi priviţi?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Glorie! S-a născut Mesia!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Glorie! S-a născut Mesia!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Pruncu-n chip senin de soare, ireal eşti de frumos,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Pruncu-n chip senin de soare, ireal eşti de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Îngerii în sărbătoare ni-L prezintă pe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Glorie! S-a născut Mesia!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Glorie! S-a născut Mesia!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Mergi cu îngerii din ceruri pân’ la Betleem să vezi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Mergi cu îngerii din ceruri pân’ la Betleem să vezi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Îi cântă-n mii de feluri, Lui te-nchină şi să crezi.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Glorie! S-a născut Mesia! :/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Glorie! S-a născut Mesia!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