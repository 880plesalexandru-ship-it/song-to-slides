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Doi părinţi aleargă-n noapte, să-mplinească ce e scris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Doi părinţi aleargă-n noapte, să-mplinească ce e scris,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timpul să Se nască, Mesia de mult promis.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sunt locaşuri, doar mica iesle, Ţi-a mai rămas să intri-n 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sunt locaşuri, doar mica iesle, Ţi-a mai rămas să intri-n ea,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 	Astăzi mai ai o încăpere, Isuse drag, inima mea.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	Astăzi mai ai o încăpere, Isuse drag, inima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„Isus Se naşte, slavă, mărire! Cu îngerii Îţi cânt şi 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„Isus Se naşte, slavă, mărire! Cu îngerii Îţi cânt şi 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Te-ai născut şi pentru mine, Îţi mulţumesc, o, Domnul meu!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Pământ şi ceruri, cântă-mpreună, mă-nchin şi eu şi Te slăvesc,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Vestite Domn, ce pentru mine azi Te-ai născut, Îţi mulţumesc.”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Multe daruri sunt făcute pentru oameni pe Pământ,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Multe daruri sunt făcute pentru oameni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 un dar şi pentru Isus, inima ta să-I dai zicând: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sunt locaşuri, doar mica iesle, Ţi-a mai rămas să intri-n 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sunt locaşuri, doar mica iesle, Ţi-a mai rămas să intri-n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mai ai o încăpere, Isuse drag, inima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