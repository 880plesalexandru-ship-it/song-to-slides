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 noapte în Iudea şi totu-i liniştit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noapte în Iudea şi totu-i liniştit,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Betleem oraşul întreg a adormit,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Afară din cetate, în staulul de 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Mesia, Salvatorul S-a coborât la noi.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Osana, slavă-n ceruri şi pace pe Pământ,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Osana, slavă-n ceruri şi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Răsună tot văzduhul de cântu-acesta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îngerii din ceruri uniţi-vă şi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Osana, Domnul slavei S-a coborât la noi.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